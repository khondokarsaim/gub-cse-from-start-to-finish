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2" r:id="rId9"/>
    <p:sldId id="263" r:id="rId10"/>
    <p:sldId id="264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0A0D5-8F98-4CC1-A28E-021F0B6B475C}" type="datetimeFigureOut">
              <a:rPr lang="en-US" smtClean="0"/>
              <a:t>6/7/2023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C52C-5E29-41AF-BAA3-8217E886D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61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A750590-9F9A-443B-9295-A3931D8194B1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B4BE-627A-4EC1-99E1-6F1AA97AB802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BFACF8-E63D-4673-A128-83547867BB7A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D6AC-4FBA-40BD-BE75-20DB64DA4BAD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33C87-D201-458A-93C0-8EDD9AC92D93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6829-5A25-485A-91B1-5D6D58BB9F23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2F5CD-23D0-4DD1-85B1-71F1825FB3EC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5035-C284-496A-B076-BA73A8FA5D8B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EB420-1875-490A-8C4B-7AAB939FBE08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805F-452B-497C-9BD6-2CDB6902F369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D3F7C6B-C82D-4D42-9929-D6E7E11D9A64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0CF4779-62E8-4B21-A5D7-0AFB9DBD4358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F9D3375-5CD0-4576-BF96-ADFF24726FF8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D1F8-971E-4F8C-8737-750C12E93E08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1621-FA30-4D98-85E5-1409E6BEECDC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6F347-1B2F-4097-AEB5-4A26FB45D67A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C1DEE0-34E5-4E0F-BEC1-4B8835F82CD1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59126-4846-4E88-BDD9-5585CC877E47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pngimg.com/png/85354-text-question-blog-questions-logo-any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freepngimg.com/png/85229-text-photography-question-interrogation-communication-stoc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0496C6C-A85F-426B-9ED1-3444166CE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5CD8D-E704-46A1-BC3E-9A644A9FF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3" y="821265"/>
            <a:ext cx="6098705" cy="5222117"/>
          </a:xfrm>
        </p:spPr>
        <p:txBody>
          <a:bodyPr anchor="ctr">
            <a:normAutofit/>
          </a:bodyPr>
          <a:lstStyle/>
          <a:p>
            <a:pPr algn="r"/>
            <a:r>
              <a:rPr lang="en-US" sz="5400" dirty="0"/>
              <a:t>Interface</a:t>
            </a:r>
            <a:br>
              <a:rPr lang="en-US" sz="5400" dirty="0"/>
            </a:br>
            <a:br>
              <a:rPr lang="en-US" sz="5400" dirty="0"/>
            </a:br>
            <a:r>
              <a:rPr lang="en-US" sz="1600" b="1" i="1" u="sng" dirty="0"/>
              <a:t>Presented by</a:t>
            </a:r>
            <a:br>
              <a:rPr lang="en-US" sz="1600" b="1" i="1" u="sng" dirty="0"/>
            </a:br>
            <a:br>
              <a:rPr lang="en-US" sz="1600" dirty="0"/>
            </a:br>
            <a:r>
              <a:rPr lang="en-US" sz="1600" dirty="0"/>
              <a:t>Hasnat Zamil</a:t>
            </a:r>
            <a:br>
              <a:rPr lang="en-US" sz="1600" dirty="0"/>
            </a:br>
            <a:r>
              <a:rPr lang="en-US" sz="1600" dirty="0"/>
              <a:t>Id: 221902001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 err="1"/>
              <a:t>Khondokar</a:t>
            </a:r>
            <a:r>
              <a:rPr lang="en-US" sz="1600" dirty="0"/>
              <a:t> </a:t>
            </a:r>
            <a:r>
              <a:rPr lang="en-US" sz="1600" dirty="0" err="1"/>
              <a:t>saim</a:t>
            </a:r>
            <a:br>
              <a:rPr lang="en-US" sz="1600" dirty="0"/>
            </a:br>
            <a:r>
              <a:rPr lang="en-US" sz="1600" dirty="0"/>
              <a:t>id: 221902353</a:t>
            </a:r>
            <a:br>
              <a:rPr lang="en-US" sz="1600" dirty="0"/>
            </a:br>
            <a:r>
              <a:rPr lang="en-US" sz="1600" dirty="0"/>
              <a:t>Cse-201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0EF22F-5D3C-4240-8C32-1B20803E5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97108" y="1923563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E309A740-48C5-4AE5-879B-F567D3D7A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3028" y="821265"/>
            <a:ext cx="3265713" cy="5222117"/>
          </a:xfrm>
        </p:spPr>
        <p:txBody>
          <a:bodyPr anchor="ctr">
            <a:normAutofit/>
          </a:bodyPr>
          <a:lstStyle/>
          <a:p>
            <a:endParaRPr lang="en-US" sz="1600" b="1" u="sng" dirty="0"/>
          </a:p>
          <a:p>
            <a:endParaRPr lang="en-US" sz="1600" b="1" u="sng" dirty="0"/>
          </a:p>
          <a:p>
            <a:endParaRPr lang="en-US" sz="1600" b="1" u="sng" dirty="0"/>
          </a:p>
          <a:p>
            <a:r>
              <a:rPr lang="en-US" sz="1600" b="1" u="sng" dirty="0"/>
              <a:t>PRESENTED TO:</a:t>
            </a:r>
          </a:p>
          <a:p>
            <a:endParaRPr lang="en-US" sz="1600" b="1" u="sng" dirty="0"/>
          </a:p>
          <a:p>
            <a:r>
              <a:rPr lang="en-US" sz="1600" dirty="0"/>
              <a:t>Md. Parvez Hossain</a:t>
            </a:r>
          </a:p>
          <a:p>
            <a:r>
              <a:rPr lang="en-US" sz="1600" dirty="0"/>
              <a:t>Dept. of CSE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912EF34-0253-41FD-9940-D8FBB7DE7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4"/>
          <a:stretch/>
        </p:blipFill>
        <p:spPr>
          <a:xfrm rot="5400000" flipH="1" flipV="1">
            <a:off x="7545075" y="2187578"/>
            <a:ext cx="6857999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64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8A195E-584A-485A-BECD-66468900B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0177A7-740C-43C7-8F2D-BD7067F12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525AAA-82CE-4027-A26C-B0EFFD856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4"/>
          <a:stretch/>
        </p:blipFill>
        <p:spPr>
          <a:xfrm rot="5400000" flipH="1" flipV="1">
            <a:off x="-1265719" y="2187575"/>
            <a:ext cx="6857999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89EA88-8D83-4F3F-A4C1-4B16E237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507" y="764373"/>
            <a:ext cx="7434070" cy="147433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Introduction of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41FAF-730D-47FE-9638-C05616C31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0507" y="2628900"/>
            <a:ext cx="7454077" cy="358978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What is interface?</a:t>
            </a:r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Blueprint of a class.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Achieve abstract methods.</a:t>
            </a:r>
          </a:p>
        </p:txBody>
      </p:sp>
    </p:spTree>
    <p:extLst>
      <p:ext uri="{BB962C8B-B14F-4D97-AF65-F5344CB8AC3E}">
        <p14:creationId xmlns:p14="http://schemas.microsoft.com/office/powerpoint/2010/main" val="2194233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8A195E-584A-485A-BECD-66468900B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0177A7-740C-43C7-8F2D-BD7067F12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525AAA-82CE-4027-A26C-B0EFFD856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4"/>
          <a:stretch/>
        </p:blipFill>
        <p:spPr>
          <a:xfrm rot="5400000" flipH="1" flipV="1">
            <a:off x="-1265719" y="2187575"/>
            <a:ext cx="6857999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89EA88-8D83-4F3F-A4C1-4B16E237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507" y="764373"/>
            <a:ext cx="7434070" cy="147433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Why used interface?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784888-DC69-573C-6DAA-8348A7B67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42837" y="2393229"/>
            <a:ext cx="4712718" cy="3589338"/>
          </a:xfrm>
        </p:spPr>
      </p:pic>
    </p:spTree>
    <p:extLst>
      <p:ext uri="{BB962C8B-B14F-4D97-AF65-F5344CB8AC3E}">
        <p14:creationId xmlns:p14="http://schemas.microsoft.com/office/powerpoint/2010/main" val="3890883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8A195E-584A-485A-BECD-66468900B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0177A7-740C-43C7-8F2D-BD7067F12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525AAA-82CE-4027-A26C-B0EFFD856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4"/>
          <a:stretch/>
        </p:blipFill>
        <p:spPr>
          <a:xfrm rot="5400000" flipH="1" flipV="1">
            <a:off x="-1265719" y="2187575"/>
            <a:ext cx="6857999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89EA88-8D83-4F3F-A4C1-4B16E237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507" y="764373"/>
            <a:ext cx="7434070" cy="147433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understand interface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A3100C-2DAB-A1A6-9D6A-8F89B1F2C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90507" y="3003076"/>
            <a:ext cx="7453312" cy="2680535"/>
          </a:xfrm>
        </p:spPr>
      </p:pic>
    </p:spTree>
    <p:extLst>
      <p:ext uri="{BB962C8B-B14F-4D97-AF65-F5344CB8AC3E}">
        <p14:creationId xmlns:p14="http://schemas.microsoft.com/office/powerpoint/2010/main" val="4198384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8A195E-584A-485A-BECD-66468900B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0177A7-740C-43C7-8F2D-BD7067F12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525AAA-82CE-4027-A26C-B0EFFD856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4"/>
          <a:stretch/>
        </p:blipFill>
        <p:spPr>
          <a:xfrm rot="5400000" flipH="1" flipV="1">
            <a:off x="-1265719" y="2187575"/>
            <a:ext cx="6857999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89EA88-8D83-4F3F-A4C1-4B16E237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507" y="764373"/>
            <a:ext cx="7434070" cy="147433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interface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564C5D-C1E5-B2BD-1259-04CA5DD376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57269" y="2325900"/>
            <a:ext cx="6412876" cy="4024313"/>
          </a:xfrm>
        </p:spPr>
      </p:pic>
    </p:spTree>
    <p:extLst>
      <p:ext uri="{BB962C8B-B14F-4D97-AF65-F5344CB8AC3E}">
        <p14:creationId xmlns:p14="http://schemas.microsoft.com/office/powerpoint/2010/main" val="1475250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8A195E-584A-485A-BECD-66468900B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0177A7-740C-43C7-8F2D-BD7067F12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525AAA-82CE-4027-A26C-B0EFFD856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4"/>
          <a:stretch/>
        </p:blipFill>
        <p:spPr>
          <a:xfrm rot="5400000" flipH="1" flipV="1">
            <a:off x="-1265719" y="2187575"/>
            <a:ext cx="6857999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89EA88-8D83-4F3F-A4C1-4B16E237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507" y="764373"/>
            <a:ext cx="7434070" cy="147433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Multiple inheritance by interface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D9969A5-C9C0-5474-E1F0-33D2B7036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65666" y="2598811"/>
            <a:ext cx="6896100" cy="2743200"/>
          </a:xfrm>
        </p:spPr>
      </p:pic>
    </p:spTree>
    <p:extLst>
      <p:ext uri="{BB962C8B-B14F-4D97-AF65-F5344CB8AC3E}">
        <p14:creationId xmlns:p14="http://schemas.microsoft.com/office/powerpoint/2010/main" val="2425772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8A195E-584A-485A-BECD-66468900B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0177A7-740C-43C7-8F2D-BD7067F12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525AAA-82CE-4027-A26C-B0EFFD856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4"/>
          <a:stretch/>
        </p:blipFill>
        <p:spPr>
          <a:xfrm rot="5400000" flipH="1" flipV="1">
            <a:off x="-1265719" y="2187575"/>
            <a:ext cx="6857999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89EA88-8D83-4F3F-A4C1-4B16E237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507" y="764373"/>
            <a:ext cx="7434070" cy="147433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Multiple inheritance example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40250DC-FFC4-CF24-5E19-28140AD58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99672" y="2238703"/>
            <a:ext cx="5133819" cy="4024313"/>
          </a:xfrm>
        </p:spPr>
      </p:pic>
    </p:spTree>
    <p:extLst>
      <p:ext uri="{BB962C8B-B14F-4D97-AF65-F5344CB8AC3E}">
        <p14:creationId xmlns:p14="http://schemas.microsoft.com/office/powerpoint/2010/main" val="2093228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8A195E-584A-485A-BECD-66468900B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0177A7-740C-43C7-8F2D-BD7067F12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525AAA-82CE-4027-A26C-B0EFFD856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4"/>
          <a:stretch/>
        </p:blipFill>
        <p:spPr>
          <a:xfrm rot="5400000" flipH="1" flipV="1">
            <a:off x="-1265719" y="2187575"/>
            <a:ext cx="6857999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89EA88-8D83-4F3F-A4C1-4B16E237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507" y="764373"/>
            <a:ext cx="7434070" cy="147433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Real life example in interface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85218C-1423-B07F-EA75-EC37AD55A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11987" y="2639817"/>
            <a:ext cx="5871553" cy="3289443"/>
          </a:xfrm>
        </p:spPr>
      </p:pic>
    </p:spTree>
    <p:extLst>
      <p:ext uri="{BB962C8B-B14F-4D97-AF65-F5344CB8AC3E}">
        <p14:creationId xmlns:p14="http://schemas.microsoft.com/office/powerpoint/2010/main" val="3118486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8A195E-584A-485A-BECD-66468900B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0177A7-740C-43C7-8F2D-BD7067F12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525AAA-82CE-4027-A26C-B0EFFD856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4"/>
          <a:stretch/>
        </p:blipFill>
        <p:spPr>
          <a:xfrm rot="5400000" flipH="1" flipV="1">
            <a:off x="-1265719" y="2187575"/>
            <a:ext cx="6857999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89EA88-8D83-4F3F-A4C1-4B16E237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507" y="764372"/>
            <a:ext cx="7004841" cy="5636427"/>
          </a:xfrm>
        </p:spPr>
        <p:txBody>
          <a:bodyPr>
            <a:normAutofit/>
          </a:bodyPr>
          <a:lstStyle/>
          <a:p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r>
              <a:rPr lang="en-US" sz="4400" b="1" dirty="0">
                <a:solidFill>
                  <a:srgbClr val="FF0000"/>
                </a:solidFill>
              </a:rPr>
              <a:t>Thank You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4CBD9A-252E-F7AF-B9C1-97A2A8FCC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253838" y="974961"/>
            <a:ext cx="1910499" cy="26076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3EA280-9CC1-1DE0-77C3-0A7CF95C81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159656" y="1609971"/>
            <a:ext cx="4713190" cy="339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57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10EE66-8707-456F-8F2E-091D581CB03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0BEB954-4024-4CCF-A9D6-4C00FDC028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96CC85-5758-41C0-8EFD-737AFB6912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Vapor Trail design</Template>
  <TotalTime>106</TotalTime>
  <Words>81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Century Gothic</vt:lpstr>
      <vt:lpstr>Vapor Trail</vt:lpstr>
      <vt:lpstr>Interface  Presented by  Hasnat Zamil Id: 221902001  Khondokar saim id: 221902353 Cse-201</vt:lpstr>
      <vt:lpstr>Introduction of interface</vt:lpstr>
      <vt:lpstr>Why used interface?</vt:lpstr>
      <vt:lpstr>understand interface</vt:lpstr>
      <vt:lpstr> interface Example</vt:lpstr>
      <vt:lpstr>Multiple inheritance by interface</vt:lpstr>
      <vt:lpstr>Multiple inheritance example</vt:lpstr>
      <vt:lpstr>Real life example in interface</vt:lpstr>
      <vt:lpstr>        Thank You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  Presented by  Hasnat Zamil Id: 221902001 Cse-201</dc:title>
  <dc:creator>zamilbhai16@outlook.com</dc:creator>
  <cp:lastModifiedBy>Hasnat Zamil</cp:lastModifiedBy>
  <cp:revision>7</cp:revision>
  <dcterms:created xsi:type="dcterms:W3CDTF">2023-06-03T08:58:38Z</dcterms:created>
  <dcterms:modified xsi:type="dcterms:W3CDTF">2023-06-07T12:44:36Z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