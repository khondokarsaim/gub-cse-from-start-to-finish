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12"/>
  </p:notesMasterIdLst>
  <p:sldIdLst>
    <p:sldId id="256" r:id="rId2"/>
    <p:sldId id="258" r:id="rId3"/>
    <p:sldId id="301" r:id="rId4"/>
    <p:sldId id="302" r:id="rId5"/>
    <p:sldId id="303" r:id="rId6"/>
    <p:sldId id="306" r:id="rId7"/>
    <p:sldId id="307" r:id="rId8"/>
    <p:sldId id="304" r:id="rId9"/>
    <p:sldId id="305" r:id="rId10"/>
    <p:sldId id="266" r:id="rId11"/>
  </p:sldIdLst>
  <p:sldSz cx="9144000" cy="5143500" type="screen16x9"/>
  <p:notesSz cx="6858000" cy="9144000"/>
  <p:embeddedFontLst>
    <p:embeddedFont>
      <p:font typeface="Anaheim" panose="020B0604020202020204" charset="0"/>
      <p:regular r:id="rId13"/>
    </p:embeddedFont>
    <p:embeddedFont>
      <p:font typeface="Gochi Hand" panose="020B0604020202020204" charset="0"/>
      <p:regular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56">
          <p15:clr>
            <a:srgbClr val="9AA0A6"/>
          </p15:clr>
        </p15:guide>
        <p15:guide id="2" pos="5309">
          <p15:clr>
            <a:srgbClr val="9AA0A6"/>
          </p15:clr>
        </p15:guide>
        <p15:guide id="3" orient="horz" pos="339">
          <p15:clr>
            <a:srgbClr val="9AA0A6"/>
          </p15:clr>
        </p15:guide>
        <p15:guide id="4" orient="horz" pos="2913">
          <p15:clr>
            <a:srgbClr val="9AA0A6"/>
          </p15:clr>
        </p15:guide>
        <p15:guide id="5" orient="horz" pos="668">
          <p15:clr>
            <a:srgbClr val="9AA0A6"/>
          </p15:clr>
        </p15:guide>
        <p15:guide id="6" orient="horz" pos="1381">
          <p15:clr>
            <a:srgbClr val="9AA0A6"/>
          </p15:clr>
        </p15:guide>
        <p15:guide id="7" pos="45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C9359A6-308A-422F-9398-57ECB3D13C9C}">
  <a:tblStyle styleId="{6C9359A6-308A-422F-9398-57ECB3D13C9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31" autoAdjust="0"/>
    <p:restoredTop sz="94378" autoAdjust="0"/>
  </p:normalViewPr>
  <p:slideViewPr>
    <p:cSldViewPr snapToGrid="0">
      <p:cViewPr>
        <p:scale>
          <a:sx n="100" d="100"/>
          <a:sy n="100" d="100"/>
        </p:scale>
        <p:origin x="360" y="72"/>
      </p:cViewPr>
      <p:guideLst>
        <p:guide pos="456"/>
        <p:guide pos="5309"/>
        <p:guide orient="horz" pos="339"/>
        <p:guide orient="horz" pos="2913"/>
        <p:guide orient="horz" pos="668"/>
        <p:guide orient="horz" pos="1381"/>
        <p:guide pos="45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e560156aab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e560156aab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e560156aab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e560156aab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750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e560156aab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e560156aab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6548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e560156aab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e560156aab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0378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e560156aab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e560156aab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2686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e560156aab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e560156aab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2282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e560156aab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e560156aab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1317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e560156aab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e560156aab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4045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e47a6b9edb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1" name="Google Shape;851;ge47a6b9edb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2"/>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body" idx="1"/>
          </p:nvPr>
        </p:nvSpPr>
        <p:spPr>
          <a:xfrm>
            <a:off x="733200" y="3817500"/>
            <a:ext cx="5812800" cy="792600"/>
          </a:xfrm>
          <a:prstGeom prst="rect">
            <a:avLst/>
          </a:prstGeom>
          <a:solidFill>
            <a:srgbClr val="BFDEFE"/>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marL="457200" lvl="0" indent="-342900" algn="ctr">
              <a:spcBef>
                <a:spcPts val="0"/>
              </a:spcBef>
              <a:spcAft>
                <a:spcPts val="0"/>
              </a:spcAft>
              <a:buClr>
                <a:schemeClr val="dk1"/>
              </a:buClr>
              <a:buSzPts val="1800"/>
              <a:buChar char="●"/>
              <a:defRPr>
                <a:solidFill>
                  <a:schemeClr val="dk1"/>
                </a:solidFill>
              </a:defRPr>
            </a:lvl1pPr>
            <a:lvl2pPr marL="914400" lvl="1" indent="-317500" algn="ctr">
              <a:spcBef>
                <a:spcPts val="0"/>
              </a:spcBef>
              <a:spcAft>
                <a:spcPts val="0"/>
              </a:spcAft>
              <a:buClr>
                <a:schemeClr val="dk1"/>
              </a:buClr>
              <a:buSzPts val="1400"/>
              <a:buChar char="○"/>
              <a:defRPr>
                <a:solidFill>
                  <a:schemeClr val="dk1"/>
                </a:solidFill>
              </a:defRPr>
            </a:lvl2pPr>
            <a:lvl3pPr marL="1371600" lvl="2" indent="-317500" algn="ctr">
              <a:spcBef>
                <a:spcPts val="0"/>
              </a:spcBef>
              <a:spcAft>
                <a:spcPts val="0"/>
              </a:spcAft>
              <a:buClr>
                <a:schemeClr val="dk1"/>
              </a:buClr>
              <a:buSzPts val="1400"/>
              <a:buChar char="■"/>
              <a:defRPr>
                <a:solidFill>
                  <a:schemeClr val="dk1"/>
                </a:solidFill>
              </a:defRPr>
            </a:lvl3pPr>
            <a:lvl4pPr marL="1828800" lvl="3" indent="-317500" algn="ctr">
              <a:spcBef>
                <a:spcPts val="0"/>
              </a:spcBef>
              <a:spcAft>
                <a:spcPts val="0"/>
              </a:spcAft>
              <a:buClr>
                <a:schemeClr val="dk1"/>
              </a:buClr>
              <a:buSzPts val="1400"/>
              <a:buChar char="●"/>
              <a:defRPr>
                <a:solidFill>
                  <a:schemeClr val="dk1"/>
                </a:solidFill>
              </a:defRPr>
            </a:lvl4pPr>
            <a:lvl5pPr marL="2286000" lvl="4" indent="-317500" algn="ctr">
              <a:spcBef>
                <a:spcPts val="0"/>
              </a:spcBef>
              <a:spcAft>
                <a:spcPts val="0"/>
              </a:spcAft>
              <a:buClr>
                <a:schemeClr val="dk1"/>
              </a:buClr>
              <a:buSzPts val="1400"/>
              <a:buChar char="○"/>
              <a:defRPr>
                <a:solidFill>
                  <a:schemeClr val="dk1"/>
                </a:solidFill>
              </a:defRPr>
            </a:lvl5pPr>
            <a:lvl6pPr marL="2743200" lvl="5" indent="-317500" algn="ctr">
              <a:spcBef>
                <a:spcPts val="0"/>
              </a:spcBef>
              <a:spcAft>
                <a:spcPts val="0"/>
              </a:spcAft>
              <a:buClr>
                <a:schemeClr val="dk1"/>
              </a:buClr>
              <a:buSzPts val="1400"/>
              <a:buChar char="■"/>
              <a:defRPr>
                <a:solidFill>
                  <a:schemeClr val="dk1"/>
                </a:solidFill>
              </a:defRPr>
            </a:lvl6pPr>
            <a:lvl7pPr marL="3200400" lvl="6" indent="-317500" algn="ctr">
              <a:spcBef>
                <a:spcPts val="0"/>
              </a:spcBef>
              <a:spcAft>
                <a:spcPts val="0"/>
              </a:spcAft>
              <a:buClr>
                <a:schemeClr val="dk1"/>
              </a:buClr>
              <a:buSzPts val="1400"/>
              <a:buChar char="●"/>
              <a:defRPr>
                <a:solidFill>
                  <a:schemeClr val="dk1"/>
                </a:solidFill>
              </a:defRPr>
            </a:lvl7pPr>
            <a:lvl8pPr marL="3657600" lvl="7" indent="-317500" algn="ctr">
              <a:spcBef>
                <a:spcPts val="0"/>
              </a:spcBef>
              <a:spcAft>
                <a:spcPts val="0"/>
              </a:spcAft>
              <a:buClr>
                <a:schemeClr val="dk1"/>
              </a:buClr>
              <a:buSzPts val="1400"/>
              <a:buChar char="○"/>
              <a:defRPr>
                <a:solidFill>
                  <a:schemeClr val="dk1"/>
                </a:solidFill>
              </a:defRPr>
            </a:lvl8pPr>
            <a:lvl9pPr marL="4114800" lvl="8" indent="-317500" algn="ctr">
              <a:spcBef>
                <a:spcPts val="0"/>
              </a:spcBef>
              <a:spcAft>
                <a:spcPts val="0"/>
              </a:spcAft>
              <a:buClr>
                <a:schemeClr val="dk1"/>
              </a:buClr>
              <a:buSzPts val="1400"/>
              <a:buChar char="■"/>
              <a:defRPr>
                <a:solidFill>
                  <a:schemeClr val="dk1"/>
                </a:solidFill>
              </a:defRPr>
            </a:lvl9pPr>
          </a:lstStyle>
          <a:p>
            <a:endParaRPr/>
          </a:p>
        </p:txBody>
      </p:sp>
      <p:sp>
        <p:nvSpPr>
          <p:cNvPr id="11" name="Google Shape;11;p2"/>
          <p:cNvSpPr txBox="1">
            <a:spLocks noGrp="1"/>
          </p:cNvSpPr>
          <p:nvPr>
            <p:ph type="title"/>
          </p:nvPr>
        </p:nvSpPr>
        <p:spPr>
          <a:xfrm>
            <a:off x="722600" y="1668225"/>
            <a:ext cx="5812800" cy="1708200"/>
          </a:xfrm>
          <a:prstGeom prst="rect">
            <a:avLst/>
          </a:prstGeom>
        </p:spPr>
        <p:txBody>
          <a:bodyPr spcFirstLastPara="1" wrap="square" lIns="91425" tIns="91425" rIns="91425" bIns="91425" anchor="ctr" anchorCtr="0">
            <a:noAutofit/>
          </a:bodyPr>
          <a:lstStyle>
            <a:lvl1pPr lvl="0">
              <a:spcBef>
                <a:spcPts val="0"/>
              </a:spcBef>
              <a:spcAft>
                <a:spcPts val="0"/>
              </a:spcAft>
              <a:buSzPts val="5900"/>
              <a:buFont typeface="Gochi Hand"/>
              <a:buNone/>
              <a:defRPr sz="5900">
                <a:latin typeface="Gochi Hand"/>
                <a:ea typeface="Gochi Hand"/>
                <a:cs typeface="Gochi Hand"/>
                <a:sym typeface="Gochi Ha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2" name="Google Shape;12;p2"/>
          <p:cNvSpPr txBox="1">
            <a:spLocks noGrp="1"/>
          </p:cNvSpPr>
          <p:nvPr>
            <p:ph type="subTitle" idx="2"/>
          </p:nvPr>
        </p:nvSpPr>
        <p:spPr>
          <a:xfrm>
            <a:off x="733200" y="536125"/>
            <a:ext cx="2745000" cy="792600"/>
          </a:xfrm>
          <a:prstGeom prst="rect">
            <a:avLst/>
          </a:prstGeom>
          <a:solidFill>
            <a:srgbClr val="8BCFB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Clr>
                <a:schemeClr val="lt2"/>
              </a:buClr>
              <a:buSzPts val="4000"/>
              <a:buFont typeface="Gochi Hand"/>
              <a:buNone/>
              <a:defRPr sz="4000" b="1">
                <a:solidFill>
                  <a:schemeClr val="lt2"/>
                </a:solidFill>
                <a:latin typeface="Gochi Hand"/>
                <a:ea typeface="Gochi Hand"/>
                <a:cs typeface="Gochi Hand"/>
                <a:sym typeface="Gochi Ha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 name="Google Shape;14;p2"/>
          <p:cNvSpPr txBox="1"/>
          <p:nvPr/>
        </p:nvSpPr>
        <p:spPr>
          <a:xfrm>
            <a:off x="699550" y="1577300"/>
            <a:ext cx="5752800" cy="1722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68"/>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CUSTOM_1">
    <p:spTree>
      <p:nvGrpSpPr>
        <p:cNvPr id="1" name="Shape 69"/>
        <p:cNvGrpSpPr/>
        <p:nvPr/>
      </p:nvGrpSpPr>
      <p:grpSpPr>
        <a:xfrm>
          <a:off x="0" y="0"/>
          <a:ext cx="0" cy="0"/>
          <a:chOff x="0" y="0"/>
          <a:chExt cx="0" cy="0"/>
        </a:xfrm>
      </p:grpSpPr>
      <p:sp>
        <p:nvSpPr>
          <p:cNvPr id="70" name="Google Shape;70;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71" name="Google Shape;71;p13"/>
          <p:cNvSpPr txBox="1">
            <a:spLocks noGrp="1"/>
          </p:cNvSpPr>
          <p:nvPr>
            <p:ph type="title"/>
          </p:nvPr>
        </p:nvSpPr>
        <p:spPr>
          <a:xfrm>
            <a:off x="1840050" y="1627275"/>
            <a:ext cx="2463300" cy="5277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5700"/>
              <a:buNone/>
              <a:defRPr sz="2000">
                <a:solidFill>
                  <a:srgbClr val="191919"/>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2" name="Google Shape;72;p13"/>
          <p:cNvSpPr txBox="1">
            <a:spLocks noGrp="1"/>
          </p:cNvSpPr>
          <p:nvPr>
            <p:ph type="title" idx="2"/>
          </p:nvPr>
        </p:nvSpPr>
        <p:spPr>
          <a:xfrm>
            <a:off x="893250" y="1623225"/>
            <a:ext cx="841800" cy="1180800"/>
          </a:xfrm>
          <a:prstGeom prst="rect">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5700"/>
              <a:buNone/>
              <a:defRPr sz="4000">
                <a:solidFill>
                  <a:schemeClr val="lt2"/>
                </a:solidFill>
              </a:defRPr>
            </a:lvl1pPr>
            <a:lvl2pPr lvl="1" rtl="0">
              <a:spcBef>
                <a:spcPts val="0"/>
              </a:spcBef>
              <a:spcAft>
                <a:spcPts val="0"/>
              </a:spcAft>
              <a:buSzPts val="2800"/>
              <a:buNone/>
              <a:defRPr>
                <a:highlight>
                  <a:schemeClr val="dk1"/>
                </a:highlight>
              </a:defRPr>
            </a:lvl2pPr>
            <a:lvl3pPr lvl="2" rtl="0">
              <a:spcBef>
                <a:spcPts val="0"/>
              </a:spcBef>
              <a:spcAft>
                <a:spcPts val="0"/>
              </a:spcAft>
              <a:buSzPts val="2800"/>
              <a:buNone/>
              <a:defRPr>
                <a:highlight>
                  <a:schemeClr val="dk1"/>
                </a:highlight>
              </a:defRPr>
            </a:lvl3pPr>
            <a:lvl4pPr lvl="3" rtl="0">
              <a:spcBef>
                <a:spcPts val="0"/>
              </a:spcBef>
              <a:spcAft>
                <a:spcPts val="0"/>
              </a:spcAft>
              <a:buSzPts val="2800"/>
              <a:buNone/>
              <a:defRPr>
                <a:highlight>
                  <a:schemeClr val="dk1"/>
                </a:highlight>
              </a:defRPr>
            </a:lvl4pPr>
            <a:lvl5pPr lvl="4" rtl="0">
              <a:spcBef>
                <a:spcPts val="0"/>
              </a:spcBef>
              <a:spcAft>
                <a:spcPts val="0"/>
              </a:spcAft>
              <a:buSzPts val="2800"/>
              <a:buNone/>
              <a:defRPr>
                <a:highlight>
                  <a:schemeClr val="dk1"/>
                </a:highlight>
              </a:defRPr>
            </a:lvl5pPr>
            <a:lvl6pPr lvl="5" rtl="0">
              <a:spcBef>
                <a:spcPts val="0"/>
              </a:spcBef>
              <a:spcAft>
                <a:spcPts val="0"/>
              </a:spcAft>
              <a:buSzPts val="2800"/>
              <a:buNone/>
              <a:defRPr>
                <a:highlight>
                  <a:schemeClr val="dk1"/>
                </a:highlight>
              </a:defRPr>
            </a:lvl6pPr>
            <a:lvl7pPr lvl="6" rtl="0">
              <a:spcBef>
                <a:spcPts val="0"/>
              </a:spcBef>
              <a:spcAft>
                <a:spcPts val="0"/>
              </a:spcAft>
              <a:buSzPts val="2800"/>
              <a:buNone/>
              <a:defRPr>
                <a:highlight>
                  <a:schemeClr val="dk1"/>
                </a:highlight>
              </a:defRPr>
            </a:lvl7pPr>
            <a:lvl8pPr lvl="7" rtl="0">
              <a:spcBef>
                <a:spcPts val="0"/>
              </a:spcBef>
              <a:spcAft>
                <a:spcPts val="0"/>
              </a:spcAft>
              <a:buSzPts val="2800"/>
              <a:buNone/>
              <a:defRPr>
                <a:highlight>
                  <a:schemeClr val="dk1"/>
                </a:highlight>
              </a:defRPr>
            </a:lvl8pPr>
            <a:lvl9pPr lvl="8" rtl="0">
              <a:spcBef>
                <a:spcPts val="0"/>
              </a:spcBef>
              <a:spcAft>
                <a:spcPts val="0"/>
              </a:spcAft>
              <a:buSzPts val="2800"/>
              <a:buNone/>
              <a:defRPr>
                <a:highlight>
                  <a:schemeClr val="dk1"/>
                </a:highlight>
              </a:defRPr>
            </a:lvl9pPr>
          </a:lstStyle>
          <a:p>
            <a:endParaRPr/>
          </a:p>
        </p:txBody>
      </p:sp>
      <p:sp>
        <p:nvSpPr>
          <p:cNvPr id="73" name="Google Shape;73;p13"/>
          <p:cNvSpPr txBox="1">
            <a:spLocks noGrp="1"/>
          </p:cNvSpPr>
          <p:nvPr>
            <p:ph type="subTitle" idx="1"/>
          </p:nvPr>
        </p:nvSpPr>
        <p:spPr>
          <a:xfrm>
            <a:off x="1840075" y="2231175"/>
            <a:ext cx="2463300" cy="5727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None/>
              <a:defRPr sz="1400">
                <a:solidFill>
                  <a:schemeClr val="dk1"/>
                </a:solidFill>
              </a:defRPr>
            </a:lvl1pPr>
            <a:lvl2pPr lvl="1" rtl="0">
              <a:spcBef>
                <a:spcPts val="0"/>
              </a:spcBef>
              <a:spcAft>
                <a:spcPts val="0"/>
              </a:spcAft>
              <a:buSzPts val="1400"/>
              <a:buNone/>
              <a:defRPr>
                <a:highlight>
                  <a:schemeClr val="dk1"/>
                </a:highlight>
              </a:defRPr>
            </a:lvl2pPr>
            <a:lvl3pPr lvl="2" rtl="0">
              <a:spcBef>
                <a:spcPts val="0"/>
              </a:spcBef>
              <a:spcAft>
                <a:spcPts val="0"/>
              </a:spcAft>
              <a:buSzPts val="1400"/>
              <a:buNone/>
              <a:defRPr>
                <a:highlight>
                  <a:schemeClr val="dk1"/>
                </a:highlight>
              </a:defRPr>
            </a:lvl3pPr>
            <a:lvl4pPr lvl="3" rtl="0">
              <a:spcBef>
                <a:spcPts val="0"/>
              </a:spcBef>
              <a:spcAft>
                <a:spcPts val="0"/>
              </a:spcAft>
              <a:buSzPts val="1400"/>
              <a:buNone/>
              <a:defRPr>
                <a:highlight>
                  <a:schemeClr val="dk1"/>
                </a:highlight>
              </a:defRPr>
            </a:lvl4pPr>
            <a:lvl5pPr lvl="4" rtl="0">
              <a:spcBef>
                <a:spcPts val="0"/>
              </a:spcBef>
              <a:spcAft>
                <a:spcPts val="0"/>
              </a:spcAft>
              <a:buSzPts val="1400"/>
              <a:buNone/>
              <a:defRPr>
                <a:highlight>
                  <a:schemeClr val="dk1"/>
                </a:highlight>
              </a:defRPr>
            </a:lvl5pPr>
            <a:lvl6pPr lvl="5" rtl="0">
              <a:spcBef>
                <a:spcPts val="0"/>
              </a:spcBef>
              <a:spcAft>
                <a:spcPts val="0"/>
              </a:spcAft>
              <a:buSzPts val="1400"/>
              <a:buNone/>
              <a:defRPr>
                <a:highlight>
                  <a:schemeClr val="dk1"/>
                </a:highlight>
              </a:defRPr>
            </a:lvl6pPr>
            <a:lvl7pPr lvl="6" rtl="0">
              <a:spcBef>
                <a:spcPts val="0"/>
              </a:spcBef>
              <a:spcAft>
                <a:spcPts val="0"/>
              </a:spcAft>
              <a:buSzPts val="1400"/>
              <a:buNone/>
              <a:defRPr>
                <a:highlight>
                  <a:schemeClr val="dk1"/>
                </a:highlight>
              </a:defRPr>
            </a:lvl7pPr>
            <a:lvl8pPr lvl="7" rtl="0">
              <a:spcBef>
                <a:spcPts val="0"/>
              </a:spcBef>
              <a:spcAft>
                <a:spcPts val="0"/>
              </a:spcAft>
              <a:buSzPts val="1400"/>
              <a:buNone/>
              <a:defRPr>
                <a:highlight>
                  <a:schemeClr val="dk1"/>
                </a:highlight>
              </a:defRPr>
            </a:lvl8pPr>
            <a:lvl9pPr lvl="8" rtl="0">
              <a:spcBef>
                <a:spcPts val="0"/>
              </a:spcBef>
              <a:spcAft>
                <a:spcPts val="0"/>
              </a:spcAft>
              <a:buSzPts val="1400"/>
              <a:buNone/>
              <a:defRPr>
                <a:highlight>
                  <a:schemeClr val="dk1"/>
                </a:highlight>
              </a:defRPr>
            </a:lvl9pPr>
          </a:lstStyle>
          <a:p>
            <a:endParaRPr/>
          </a:p>
        </p:txBody>
      </p:sp>
      <p:sp>
        <p:nvSpPr>
          <p:cNvPr id="74" name="Google Shape;74;p13"/>
          <p:cNvSpPr txBox="1">
            <a:spLocks noGrp="1"/>
          </p:cNvSpPr>
          <p:nvPr>
            <p:ph type="title" idx="3"/>
          </p:nvPr>
        </p:nvSpPr>
        <p:spPr>
          <a:xfrm>
            <a:off x="5785875" y="1627275"/>
            <a:ext cx="2463300" cy="5277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5700"/>
              <a:buNone/>
              <a:defRPr sz="2000">
                <a:solidFill>
                  <a:srgbClr val="191919"/>
                </a:solidFill>
              </a:defRPr>
            </a:lvl1pPr>
            <a:lvl2pPr lvl="1" rtl="0">
              <a:spcBef>
                <a:spcPts val="0"/>
              </a:spcBef>
              <a:spcAft>
                <a:spcPts val="0"/>
              </a:spcAft>
              <a:buSzPts val="2800"/>
              <a:buNone/>
              <a:defRPr>
                <a:highlight>
                  <a:schemeClr val="dk1"/>
                </a:highlight>
              </a:defRPr>
            </a:lvl2pPr>
            <a:lvl3pPr lvl="2" rtl="0">
              <a:spcBef>
                <a:spcPts val="0"/>
              </a:spcBef>
              <a:spcAft>
                <a:spcPts val="0"/>
              </a:spcAft>
              <a:buSzPts val="2800"/>
              <a:buNone/>
              <a:defRPr>
                <a:highlight>
                  <a:schemeClr val="dk1"/>
                </a:highlight>
              </a:defRPr>
            </a:lvl3pPr>
            <a:lvl4pPr lvl="3" rtl="0">
              <a:spcBef>
                <a:spcPts val="0"/>
              </a:spcBef>
              <a:spcAft>
                <a:spcPts val="0"/>
              </a:spcAft>
              <a:buSzPts val="2800"/>
              <a:buNone/>
              <a:defRPr>
                <a:highlight>
                  <a:schemeClr val="dk1"/>
                </a:highlight>
              </a:defRPr>
            </a:lvl4pPr>
            <a:lvl5pPr lvl="4" rtl="0">
              <a:spcBef>
                <a:spcPts val="0"/>
              </a:spcBef>
              <a:spcAft>
                <a:spcPts val="0"/>
              </a:spcAft>
              <a:buSzPts val="2800"/>
              <a:buNone/>
              <a:defRPr>
                <a:highlight>
                  <a:schemeClr val="dk1"/>
                </a:highlight>
              </a:defRPr>
            </a:lvl5pPr>
            <a:lvl6pPr lvl="5" rtl="0">
              <a:spcBef>
                <a:spcPts val="0"/>
              </a:spcBef>
              <a:spcAft>
                <a:spcPts val="0"/>
              </a:spcAft>
              <a:buSzPts val="2800"/>
              <a:buNone/>
              <a:defRPr>
                <a:highlight>
                  <a:schemeClr val="dk1"/>
                </a:highlight>
              </a:defRPr>
            </a:lvl6pPr>
            <a:lvl7pPr lvl="6" rtl="0">
              <a:spcBef>
                <a:spcPts val="0"/>
              </a:spcBef>
              <a:spcAft>
                <a:spcPts val="0"/>
              </a:spcAft>
              <a:buSzPts val="2800"/>
              <a:buNone/>
              <a:defRPr>
                <a:highlight>
                  <a:schemeClr val="dk1"/>
                </a:highlight>
              </a:defRPr>
            </a:lvl7pPr>
            <a:lvl8pPr lvl="7" rtl="0">
              <a:spcBef>
                <a:spcPts val="0"/>
              </a:spcBef>
              <a:spcAft>
                <a:spcPts val="0"/>
              </a:spcAft>
              <a:buSzPts val="2800"/>
              <a:buNone/>
              <a:defRPr>
                <a:highlight>
                  <a:schemeClr val="dk1"/>
                </a:highlight>
              </a:defRPr>
            </a:lvl8pPr>
            <a:lvl9pPr lvl="8" rtl="0">
              <a:spcBef>
                <a:spcPts val="0"/>
              </a:spcBef>
              <a:spcAft>
                <a:spcPts val="0"/>
              </a:spcAft>
              <a:buSzPts val="2800"/>
              <a:buNone/>
              <a:defRPr>
                <a:highlight>
                  <a:schemeClr val="dk1"/>
                </a:highlight>
              </a:defRPr>
            </a:lvl9pPr>
          </a:lstStyle>
          <a:p>
            <a:endParaRPr/>
          </a:p>
        </p:txBody>
      </p:sp>
      <p:sp>
        <p:nvSpPr>
          <p:cNvPr id="75" name="Google Shape;75;p13"/>
          <p:cNvSpPr txBox="1">
            <a:spLocks noGrp="1"/>
          </p:cNvSpPr>
          <p:nvPr>
            <p:ph type="title" idx="4"/>
          </p:nvPr>
        </p:nvSpPr>
        <p:spPr>
          <a:xfrm>
            <a:off x="4838975" y="1627275"/>
            <a:ext cx="841800" cy="1180800"/>
          </a:xfrm>
          <a:prstGeom prst="rect">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5700"/>
              <a:buNone/>
              <a:defRPr sz="40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6" name="Google Shape;76;p13"/>
          <p:cNvSpPr txBox="1">
            <a:spLocks noGrp="1"/>
          </p:cNvSpPr>
          <p:nvPr>
            <p:ph type="subTitle" idx="5"/>
          </p:nvPr>
        </p:nvSpPr>
        <p:spPr>
          <a:xfrm>
            <a:off x="5785775" y="2239125"/>
            <a:ext cx="24633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None/>
              <a:defRPr sz="1400">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77" name="Google Shape;77;p13"/>
          <p:cNvSpPr txBox="1">
            <a:spLocks noGrp="1"/>
          </p:cNvSpPr>
          <p:nvPr>
            <p:ph type="title" idx="6"/>
          </p:nvPr>
        </p:nvSpPr>
        <p:spPr>
          <a:xfrm>
            <a:off x="1840050" y="3071100"/>
            <a:ext cx="2463300" cy="5277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5700"/>
              <a:buNone/>
              <a:defRPr sz="2000">
                <a:solidFill>
                  <a:srgbClr val="191919"/>
                </a:solidFill>
              </a:defRPr>
            </a:lvl1pPr>
            <a:lvl2pPr lvl="1" rtl="0">
              <a:spcBef>
                <a:spcPts val="0"/>
              </a:spcBef>
              <a:spcAft>
                <a:spcPts val="0"/>
              </a:spcAft>
              <a:buSzPts val="2800"/>
              <a:buNone/>
              <a:defRPr>
                <a:highlight>
                  <a:schemeClr val="dk1"/>
                </a:highlight>
              </a:defRPr>
            </a:lvl2pPr>
            <a:lvl3pPr lvl="2" rtl="0">
              <a:spcBef>
                <a:spcPts val="0"/>
              </a:spcBef>
              <a:spcAft>
                <a:spcPts val="0"/>
              </a:spcAft>
              <a:buSzPts val="2800"/>
              <a:buNone/>
              <a:defRPr>
                <a:highlight>
                  <a:schemeClr val="dk1"/>
                </a:highlight>
              </a:defRPr>
            </a:lvl3pPr>
            <a:lvl4pPr lvl="3" rtl="0">
              <a:spcBef>
                <a:spcPts val="0"/>
              </a:spcBef>
              <a:spcAft>
                <a:spcPts val="0"/>
              </a:spcAft>
              <a:buSzPts val="2800"/>
              <a:buNone/>
              <a:defRPr>
                <a:highlight>
                  <a:schemeClr val="dk1"/>
                </a:highlight>
              </a:defRPr>
            </a:lvl4pPr>
            <a:lvl5pPr lvl="4" rtl="0">
              <a:spcBef>
                <a:spcPts val="0"/>
              </a:spcBef>
              <a:spcAft>
                <a:spcPts val="0"/>
              </a:spcAft>
              <a:buSzPts val="2800"/>
              <a:buNone/>
              <a:defRPr>
                <a:highlight>
                  <a:schemeClr val="dk1"/>
                </a:highlight>
              </a:defRPr>
            </a:lvl5pPr>
            <a:lvl6pPr lvl="5" rtl="0">
              <a:spcBef>
                <a:spcPts val="0"/>
              </a:spcBef>
              <a:spcAft>
                <a:spcPts val="0"/>
              </a:spcAft>
              <a:buSzPts val="2800"/>
              <a:buNone/>
              <a:defRPr>
                <a:highlight>
                  <a:schemeClr val="dk1"/>
                </a:highlight>
              </a:defRPr>
            </a:lvl6pPr>
            <a:lvl7pPr lvl="6" rtl="0">
              <a:spcBef>
                <a:spcPts val="0"/>
              </a:spcBef>
              <a:spcAft>
                <a:spcPts val="0"/>
              </a:spcAft>
              <a:buSzPts val="2800"/>
              <a:buNone/>
              <a:defRPr>
                <a:highlight>
                  <a:schemeClr val="dk1"/>
                </a:highlight>
              </a:defRPr>
            </a:lvl7pPr>
            <a:lvl8pPr lvl="7" rtl="0">
              <a:spcBef>
                <a:spcPts val="0"/>
              </a:spcBef>
              <a:spcAft>
                <a:spcPts val="0"/>
              </a:spcAft>
              <a:buSzPts val="2800"/>
              <a:buNone/>
              <a:defRPr>
                <a:highlight>
                  <a:schemeClr val="dk1"/>
                </a:highlight>
              </a:defRPr>
            </a:lvl8pPr>
            <a:lvl9pPr lvl="8" rtl="0">
              <a:spcBef>
                <a:spcPts val="0"/>
              </a:spcBef>
              <a:spcAft>
                <a:spcPts val="0"/>
              </a:spcAft>
              <a:buSzPts val="2800"/>
              <a:buNone/>
              <a:defRPr>
                <a:highlight>
                  <a:schemeClr val="dk1"/>
                </a:highlight>
              </a:defRPr>
            </a:lvl9pPr>
          </a:lstStyle>
          <a:p>
            <a:endParaRPr/>
          </a:p>
        </p:txBody>
      </p:sp>
      <p:sp>
        <p:nvSpPr>
          <p:cNvPr id="78" name="Google Shape;78;p13"/>
          <p:cNvSpPr txBox="1">
            <a:spLocks noGrp="1"/>
          </p:cNvSpPr>
          <p:nvPr>
            <p:ph type="title" idx="7"/>
          </p:nvPr>
        </p:nvSpPr>
        <p:spPr>
          <a:xfrm>
            <a:off x="893250" y="3071100"/>
            <a:ext cx="841800" cy="1180800"/>
          </a:xfrm>
          <a:prstGeom prst="rect">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5700"/>
              <a:buNone/>
              <a:defRPr sz="40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9" name="Google Shape;79;p13"/>
          <p:cNvSpPr txBox="1">
            <a:spLocks noGrp="1"/>
          </p:cNvSpPr>
          <p:nvPr>
            <p:ph type="subTitle" idx="8"/>
          </p:nvPr>
        </p:nvSpPr>
        <p:spPr>
          <a:xfrm>
            <a:off x="1840050" y="3675000"/>
            <a:ext cx="24633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None/>
              <a:defRPr sz="1400">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80" name="Google Shape;80;p13"/>
          <p:cNvSpPr txBox="1">
            <a:spLocks noGrp="1"/>
          </p:cNvSpPr>
          <p:nvPr>
            <p:ph type="title" idx="9"/>
          </p:nvPr>
        </p:nvSpPr>
        <p:spPr>
          <a:xfrm>
            <a:off x="5785874" y="3071100"/>
            <a:ext cx="2463300" cy="5277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5700"/>
              <a:buNone/>
              <a:defRPr sz="2000">
                <a:solidFill>
                  <a:srgbClr val="191919"/>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3"/>
          <p:cNvSpPr txBox="1">
            <a:spLocks noGrp="1"/>
          </p:cNvSpPr>
          <p:nvPr>
            <p:ph type="title" idx="13"/>
          </p:nvPr>
        </p:nvSpPr>
        <p:spPr>
          <a:xfrm>
            <a:off x="4838975" y="3071100"/>
            <a:ext cx="841800" cy="1180800"/>
          </a:xfrm>
          <a:prstGeom prst="rect">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5700"/>
              <a:buNone/>
              <a:defRPr sz="4000">
                <a:solidFill>
                  <a:schemeClr val="lt2"/>
                </a:solidFill>
              </a:defRPr>
            </a:lvl1pPr>
            <a:lvl2pPr lvl="1" rtl="0">
              <a:spcBef>
                <a:spcPts val="0"/>
              </a:spcBef>
              <a:spcAft>
                <a:spcPts val="0"/>
              </a:spcAft>
              <a:buSzPts val="2800"/>
              <a:buNone/>
              <a:defRPr>
                <a:highlight>
                  <a:schemeClr val="dk1"/>
                </a:highlight>
              </a:defRPr>
            </a:lvl2pPr>
            <a:lvl3pPr lvl="2" rtl="0">
              <a:spcBef>
                <a:spcPts val="0"/>
              </a:spcBef>
              <a:spcAft>
                <a:spcPts val="0"/>
              </a:spcAft>
              <a:buSzPts val="2800"/>
              <a:buNone/>
              <a:defRPr>
                <a:highlight>
                  <a:schemeClr val="dk1"/>
                </a:highlight>
              </a:defRPr>
            </a:lvl3pPr>
            <a:lvl4pPr lvl="3" rtl="0">
              <a:spcBef>
                <a:spcPts val="0"/>
              </a:spcBef>
              <a:spcAft>
                <a:spcPts val="0"/>
              </a:spcAft>
              <a:buSzPts val="2800"/>
              <a:buNone/>
              <a:defRPr>
                <a:highlight>
                  <a:schemeClr val="dk1"/>
                </a:highlight>
              </a:defRPr>
            </a:lvl4pPr>
            <a:lvl5pPr lvl="4" rtl="0">
              <a:spcBef>
                <a:spcPts val="0"/>
              </a:spcBef>
              <a:spcAft>
                <a:spcPts val="0"/>
              </a:spcAft>
              <a:buSzPts val="2800"/>
              <a:buNone/>
              <a:defRPr>
                <a:highlight>
                  <a:schemeClr val="dk1"/>
                </a:highlight>
              </a:defRPr>
            </a:lvl5pPr>
            <a:lvl6pPr lvl="5" rtl="0">
              <a:spcBef>
                <a:spcPts val="0"/>
              </a:spcBef>
              <a:spcAft>
                <a:spcPts val="0"/>
              </a:spcAft>
              <a:buSzPts val="2800"/>
              <a:buNone/>
              <a:defRPr>
                <a:highlight>
                  <a:schemeClr val="dk1"/>
                </a:highlight>
              </a:defRPr>
            </a:lvl6pPr>
            <a:lvl7pPr lvl="6" rtl="0">
              <a:spcBef>
                <a:spcPts val="0"/>
              </a:spcBef>
              <a:spcAft>
                <a:spcPts val="0"/>
              </a:spcAft>
              <a:buSzPts val="2800"/>
              <a:buNone/>
              <a:defRPr>
                <a:highlight>
                  <a:schemeClr val="dk1"/>
                </a:highlight>
              </a:defRPr>
            </a:lvl7pPr>
            <a:lvl8pPr lvl="7" rtl="0">
              <a:spcBef>
                <a:spcPts val="0"/>
              </a:spcBef>
              <a:spcAft>
                <a:spcPts val="0"/>
              </a:spcAft>
              <a:buSzPts val="2800"/>
              <a:buNone/>
              <a:defRPr>
                <a:highlight>
                  <a:schemeClr val="dk1"/>
                </a:highlight>
              </a:defRPr>
            </a:lvl8pPr>
            <a:lvl9pPr lvl="8" rtl="0">
              <a:spcBef>
                <a:spcPts val="0"/>
              </a:spcBef>
              <a:spcAft>
                <a:spcPts val="0"/>
              </a:spcAft>
              <a:buSzPts val="2800"/>
              <a:buNone/>
              <a:defRPr>
                <a:highlight>
                  <a:schemeClr val="dk1"/>
                </a:highlight>
              </a:defRPr>
            </a:lvl9pPr>
          </a:lstStyle>
          <a:p>
            <a:endParaRPr/>
          </a:p>
        </p:txBody>
      </p:sp>
      <p:sp>
        <p:nvSpPr>
          <p:cNvPr id="82" name="Google Shape;82;p13"/>
          <p:cNvSpPr txBox="1">
            <a:spLocks noGrp="1"/>
          </p:cNvSpPr>
          <p:nvPr>
            <p:ph type="subTitle" idx="14"/>
          </p:nvPr>
        </p:nvSpPr>
        <p:spPr>
          <a:xfrm>
            <a:off x="5785775" y="3675000"/>
            <a:ext cx="24633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None/>
              <a:defRPr sz="1400">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83" name="Google Shape;83;p13"/>
          <p:cNvSpPr/>
          <p:nvPr/>
        </p:nvSpPr>
        <p:spPr>
          <a:xfrm>
            <a:off x="0" y="0"/>
            <a:ext cx="9144000" cy="330900"/>
          </a:xfrm>
          <a:prstGeom prst="rect">
            <a:avLst/>
          </a:prstGeom>
          <a:solidFill>
            <a:srgbClr val="D77955"/>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3"/>
          <p:cNvSpPr/>
          <p:nvPr/>
        </p:nvSpPr>
        <p:spPr>
          <a:xfrm>
            <a:off x="0" y="4837175"/>
            <a:ext cx="9144000" cy="330900"/>
          </a:xfrm>
          <a:prstGeom prst="rect">
            <a:avLst/>
          </a:prstGeom>
          <a:solidFill>
            <a:srgbClr val="B59ECE"/>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txBox="1">
            <a:spLocks noGrp="1"/>
          </p:cNvSpPr>
          <p:nvPr>
            <p:ph type="title" idx="15"/>
          </p:nvPr>
        </p:nvSpPr>
        <p:spPr>
          <a:xfrm>
            <a:off x="720000" y="5549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1">
  <p:cSld name="TITLE_AND_BODY_1">
    <p:spTree>
      <p:nvGrpSpPr>
        <p:cNvPr id="1" name="Shape 188"/>
        <p:cNvGrpSpPr/>
        <p:nvPr/>
      </p:nvGrpSpPr>
      <p:grpSpPr>
        <a:xfrm>
          <a:off x="0" y="0"/>
          <a:ext cx="0" cy="0"/>
          <a:chOff x="0" y="0"/>
          <a:chExt cx="0" cy="0"/>
        </a:xfrm>
      </p:grpSpPr>
      <p:sp>
        <p:nvSpPr>
          <p:cNvPr id="189" name="Google Shape;189;p25"/>
          <p:cNvSpPr txBox="1">
            <a:spLocks noGrp="1"/>
          </p:cNvSpPr>
          <p:nvPr>
            <p:ph type="title"/>
          </p:nvPr>
        </p:nvSpPr>
        <p:spPr>
          <a:xfrm>
            <a:off x="716375" y="1278100"/>
            <a:ext cx="5759100" cy="21636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4000"/>
              <a:buNone/>
              <a:defRPr sz="1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0" name="Google Shape;190;p25"/>
          <p:cNvSpPr txBox="1">
            <a:spLocks noGrp="1"/>
          </p:cNvSpPr>
          <p:nvPr>
            <p:ph type="body" idx="1"/>
          </p:nvPr>
        </p:nvSpPr>
        <p:spPr>
          <a:xfrm>
            <a:off x="713550" y="3605176"/>
            <a:ext cx="7716900" cy="464100"/>
          </a:xfrm>
          <a:prstGeom prst="rect">
            <a:avLst/>
          </a:prstGeom>
        </p:spPr>
        <p:txBody>
          <a:bodyPr spcFirstLastPara="1" wrap="square" lIns="91425" tIns="91425" rIns="91425" bIns="91425" anchor="t" anchorCtr="0">
            <a:noAutofit/>
          </a:bodyPr>
          <a:lstStyle>
            <a:lvl1pPr marL="457200" lvl="0" indent="-342900" algn="ctr" rtl="0">
              <a:lnSpc>
                <a:spcPct val="100000"/>
              </a:lnSpc>
              <a:spcBef>
                <a:spcPts val="0"/>
              </a:spcBef>
              <a:spcAft>
                <a:spcPts val="0"/>
              </a:spcAft>
              <a:buSzPts val="1800"/>
              <a:buChar char="●"/>
              <a:defRPr sz="1600">
                <a:solidFill>
                  <a:srgbClr val="252528"/>
                </a:solidFill>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91" name="Google Shape;191;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92" name="Google Shape;192;p25"/>
          <p:cNvSpPr/>
          <p:nvPr/>
        </p:nvSpPr>
        <p:spPr>
          <a:xfrm>
            <a:off x="0" y="0"/>
            <a:ext cx="9144000" cy="330900"/>
          </a:xfrm>
          <a:prstGeom prst="rect">
            <a:avLst/>
          </a:prstGeom>
          <a:solidFill>
            <a:srgbClr val="D77955"/>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5"/>
          <p:cNvSpPr/>
          <p:nvPr/>
        </p:nvSpPr>
        <p:spPr>
          <a:xfrm>
            <a:off x="0" y="4837175"/>
            <a:ext cx="9144000" cy="330900"/>
          </a:xfrm>
          <a:prstGeom prst="rect">
            <a:avLst/>
          </a:prstGeom>
          <a:solidFill>
            <a:srgbClr val="B59ECE"/>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
  <p:cSld name="CUSTOM_1_1_1">
    <p:spTree>
      <p:nvGrpSpPr>
        <p:cNvPr id="1" name="Shape 215"/>
        <p:cNvGrpSpPr/>
        <p:nvPr/>
      </p:nvGrpSpPr>
      <p:grpSpPr>
        <a:xfrm>
          <a:off x="0" y="0"/>
          <a:ext cx="0" cy="0"/>
          <a:chOff x="0" y="0"/>
          <a:chExt cx="0" cy="0"/>
        </a:xfrm>
      </p:grpSpPr>
      <p:sp>
        <p:nvSpPr>
          <p:cNvPr id="216" name="Google Shape;216;p30"/>
          <p:cNvSpPr/>
          <p:nvPr/>
        </p:nvSpPr>
        <p:spPr>
          <a:xfrm>
            <a:off x="0" y="0"/>
            <a:ext cx="9144000" cy="330900"/>
          </a:xfrm>
          <a:prstGeom prst="rect">
            <a:avLst/>
          </a:prstGeom>
          <a:solidFill>
            <a:schemeClr val="accent3"/>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0"/>
          <p:cNvSpPr/>
          <p:nvPr/>
        </p:nvSpPr>
        <p:spPr>
          <a:xfrm>
            <a:off x="0" y="4837175"/>
            <a:ext cx="9144000" cy="330900"/>
          </a:xfrm>
          <a:prstGeom prst="rect">
            <a:avLst/>
          </a:prstGeom>
          <a:solidFill>
            <a:schemeClr val="accent5"/>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1_1_2">
    <p:spTree>
      <p:nvGrpSpPr>
        <p:cNvPr id="1" name="Shape 218"/>
        <p:cNvGrpSpPr/>
        <p:nvPr/>
      </p:nvGrpSpPr>
      <p:grpSpPr>
        <a:xfrm>
          <a:off x="0" y="0"/>
          <a:ext cx="0" cy="0"/>
          <a:chOff x="0" y="0"/>
          <a:chExt cx="0" cy="0"/>
        </a:xfrm>
      </p:grpSpPr>
      <p:sp>
        <p:nvSpPr>
          <p:cNvPr id="219" name="Google Shape;219;p31"/>
          <p:cNvSpPr/>
          <p:nvPr/>
        </p:nvSpPr>
        <p:spPr>
          <a:xfrm>
            <a:off x="0" y="0"/>
            <a:ext cx="9144000" cy="330900"/>
          </a:xfrm>
          <a:prstGeom prst="rect">
            <a:avLst/>
          </a:prstGeom>
          <a:solidFill>
            <a:schemeClr val="accent5"/>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1"/>
          <p:cNvSpPr/>
          <p:nvPr/>
        </p:nvSpPr>
        <p:spPr>
          <a:xfrm>
            <a:off x="0" y="4837175"/>
            <a:ext cx="9144000" cy="330900"/>
          </a:xfrm>
          <a:prstGeom prst="rect">
            <a:avLst/>
          </a:prstGeom>
          <a:solidFill>
            <a:schemeClr val="accent3"/>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2">
  <p:cSld name="CUSTOM_1_1_2_1">
    <p:spTree>
      <p:nvGrpSpPr>
        <p:cNvPr id="1" name="Shape 221"/>
        <p:cNvGrpSpPr/>
        <p:nvPr/>
      </p:nvGrpSpPr>
      <p:grpSpPr>
        <a:xfrm>
          <a:off x="0" y="0"/>
          <a:ext cx="0" cy="0"/>
          <a:chOff x="0" y="0"/>
          <a:chExt cx="0" cy="0"/>
        </a:xfrm>
      </p:grpSpPr>
      <p:sp>
        <p:nvSpPr>
          <p:cNvPr id="222" name="Google Shape;222;p32"/>
          <p:cNvSpPr/>
          <p:nvPr/>
        </p:nvSpPr>
        <p:spPr>
          <a:xfrm>
            <a:off x="0" y="0"/>
            <a:ext cx="9144000" cy="330900"/>
          </a:xfrm>
          <a:prstGeom prst="rect">
            <a:avLst/>
          </a:prstGeom>
          <a:solidFill>
            <a:srgbClr val="D77955"/>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2"/>
          <p:cNvSpPr/>
          <p:nvPr/>
        </p:nvSpPr>
        <p:spPr>
          <a:xfrm>
            <a:off x="0" y="4837175"/>
            <a:ext cx="9144000" cy="330900"/>
          </a:xfrm>
          <a:prstGeom prst="rect">
            <a:avLst/>
          </a:prstGeom>
          <a:solidFill>
            <a:srgbClr val="B59ECE"/>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3">
  <p:cSld name="CUSTOM_1_1_2_2">
    <p:spTree>
      <p:nvGrpSpPr>
        <p:cNvPr id="1" name="Shape 224"/>
        <p:cNvGrpSpPr/>
        <p:nvPr/>
      </p:nvGrpSpPr>
      <p:grpSpPr>
        <a:xfrm>
          <a:off x="0" y="0"/>
          <a:ext cx="0" cy="0"/>
          <a:chOff x="0" y="0"/>
          <a:chExt cx="0" cy="0"/>
        </a:xfrm>
      </p:grpSpPr>
      <p:sp>
        <p:nvSpPr>
          <p:cNvPr id="225" name="Google Shape;225;p33"/>
          <p:cNvSpPr/>
          <p:nvPr/>
        </p:nvSpPr>
        <p:spPr>
          <a:xfrm>
            <a:off x="0" y="0"/>
            <a:ext cx="9144000" cy="330900"/>
          </a:xfrm>
          <a:prstGeom prst="rect">
            <a:avLst/>
          </a:prstGeom>
          <a:solidFill>
            <a:schemeClr val="accent2"/>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3"/>
          <p:cNvSpPr/>
          <p:nvPr/>
        </p:nvSpPr>
        <p:spPr>
          <a:xfrm>
            <a:off x="0" y="4837175"/>
            <a:ext cx="9144000" cy="330900"/>
          </a:xfrm>
          <a:prstGeom prst="rect">
            <a:avLst/>
          </a:prstGeom>
          <a:solidFill>
            <a:schemeClr val="accent4"/>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4">
  <p:cSld name="CUSTOM_1_1_1_1">
    <p:spTree>
      <p:nvGrpSpPr>
        <p:cNvPr id="1" name="Shape 227"/>
        <p:cNvGrpSpPr/>
        <p:nvPr/>
      </p:nvGrpSpPr>
      <p:grpSpPr>
        <a:xfrm>
          <a:off x="0" y="0"/>
          <a:ext cx="0" cy="0"/>
          <a:chOff x="0" y="0"/>
          <a:chExt cx="0" cy="0"/>
        </a:xfrm>
      </p:grpSpPr>
      <p:sp>
        <p:nvSpPr>
          <p:cNvPr id="228" name="Google Shape;228;p34"/>
          <p:cNvSpPr/>
          <p:nvPr/>
        </p:nvSpPr>
        <p:spPr>
          <a:xfrm>
            <a:off x="0" y="0"/>
            <a:ext cx="9144000" cy="330900"/>
          </a:xfrm>
          <a:prstGeom prst="rect">
            <a:avLst/>
          </a:prstGeom>
          <a:solidFill>
            <a:schemeClr val="accent1"/>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4"/>
          <p:cNvSpPr/>
          <p:nvPr/>
        </p:nvSpPr>
        <p:spPr>
          <a:xfrm>
            <a:off x="0" y="4837175"/>
            <a:ext cx="9144000" cy="330900"/>
          </a:xfrm>
          <a:prstGeom prst="rect">
            <a:avLst/>
          </a:prstGeom>
          <a:solidFill>
            <a:schemeClr val="accent5"/>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97425"/>
            <a:ext cx="7704000" cy="4638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5700"/>
              <a:buFont typeface="Gochi Hand"/>
              <a:buNone/>
              <a:defRPr sz="5700">
                <a:solidFill>
                  <a:schemeClr val="dk1"/>
                </a:solidFill>
                <a:latin typeface="Gochi Hand"/>
                <a:ea typeface="Gochi Hand"/>
                <a:cs typeface="Gochi Hand"/>
                <a:sym typeface="Gochi Han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Anaheim"/>
              <a:buChar char="●"/>
              <a:defRPr sz="1800">
                <a:solidFill>
                  <a:schemeClr val="dk1"/>
                </a:solidFill>
                <a:latin typeface="Anaheim"/>
                <a:ea typeface="Anaheim"/>
                <a:cs typeface="Anaheim"/>
                <a:sym typeface="Anaheim"/>
              </a:defRPr>
            </a:lvl1pPr>
            <a:lvl2pPr marL="914400" lvl="1" indent="-317500">
              <a:lnSpc>
                <a:spcPct val="115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2pPr>
            <a:lvl3pPr marL="1371600" lvl="2" indent="-317500">
              <a:lnSpc>
                <a:spcPct val="115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3pPr>
            <a:lvl4pPr marL="1828800" lvl="3" indent="-317500">
              <a:lnSpc>
                <a:spcPct val="115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4pPr>
            <a:lvl5pPr marL="2286000" lvl="4" indent="-317500">
              <a:lnSpc>
                <a:spcPct val="115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5pPr>
            <a:lvl6pPr marL="2743200" lvl="5" indent="-317500">
              <a:lnSpc>
                <a:spcPct val="115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6pPr>
            <a:lvl7pPr marL="3200400" lvl="6" indent="-317500">
              <a:lnSpc>
                <a:spcPct val="115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7pPr>
            <a:lvl8pPr marL="3657600" lvl="7" indent="-317500">
              <a:lnSpc>
                <a:spcPct val="115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8pPr>
            <a:lvl9pPr marL="4114800" lvl="8" indent="-317500">
              <a:lnSpc>
                <a:spcPct val="115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59" r:id="rId3"/>
    <p:sldLayoutId id="2147483671" r:id="rId4"/>
    <p:sldLayoutId id="2147483676" r:id="rId5"/>
    <p:sldLayoutId id="2147483677" r:id="rId6"/>
    <p:sldLayoutId id="2147483678" r:id="rId7"/>
    <p:sldLayoutId id="2147483679" r:id="rId8"/>
    <p:sldLayoutId id="2147483680"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3.jpg"/><Relationship Id="rId7"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png"/><Relationship Id="rId5" Type="http://schemas.microsoft.com/office/2007/relationships/hdphoto" Target="../media/hdphoto2.wdp"/><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9.jp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7"/>
          <p:cNvSpPr txBox="1">
            <a:spLocks noGrp="1"/>
          </p:cNvSpPr>
          <p:nvPr>
            <p:ph type="title"/>
          </p:nvPr>
        </p:nvSpPr>
        <p:spPr>
          <a:xfrm>
            <a:off x="451993" y="1293663"/>
            <a:ext cx="6178810" cy="1708200"/>
          </a:xfrm>
          <a:prstGeom prst="rect">
            <a:avLst/>
          </a:prstGeom>
        </p:spPr>
        <p:txBody>
          <a:bodyPr spcFirstLastPara="1" wrap="square" lIns="91425" tIns="91425" rIns="91425" bIns="91425" anchor="ctr" anchorCtr="0">
            <a:noAutofit/>
          </a:bodyPr>
          <a:lstStyle/>
          <a:p>
            <a:pPr lvl="0">
              <a:buSzPts val="1100"/>
            </a:pPr>
            <a:r>
              <a:rPr lang="en-US" sz="4400" dirty="0"/>
              <a:t>Fidget spinner pushed by </a:t>
            </a:r>
            <a:r>
              <a:rPr lang="en-US" sz="4400" dirty="0" smtClean="0"/>
              <a:t/>
            </a:r>
            <a:br>
              <a:rPr lang="en-US" sz="4400" dirty="0" smtClean="0"/>
            </a:br>
            <a:r>
              <a:rPr lang="en-US" sz="4400" dirty="0" smtClean="0"/>
              <a:t>an electromagnetic coil</a:t>
            </a:r>
            <a:endParaRPr sz="4400" dirty="0"/>
          </a:p>
        </p:txBody>
      </p:sp>
      <p:sp>
        <p:nvSpPr>
          <p:cNvPr id="239" name="Google Shape;239;p37"/>
          <p:cNvSpPr txBox="1">
            <a:spLocks noGrp="1"/>
          </p:cNvSpPr>
          <p:nvPr>
            <p:ph type="subTitle" idx="2"/>
          </p:nvPr>
        </p:nvSpPr>
        <p:spPr>
          <a:xfrm>
            <a:off x="402455" y="536125"/>
            <a:ext cx="2745000" cy="7926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US" sz="2800" dirty="0" smtClean="0"/>
              <a:t>Capstone Project</a:t>
            </a:r>
            <a:endParaRPr sz="2800" dirty="0"/>
          </a:p>
        </p:txBody>
      </p:sp>
      <p:sp>
        <p:nvSpPr>
          <p:cNvPr id="241" name="Google Shape;241;p37"/>
          <p:cNvSpPr/>
          <p:nvPr/>
        </p:nvSpPr>
        <p:spPr>
          <a:xfrm>
            <a:off x="6677025" y="533275"/>
            <a:ext cx="1751100" cy="2438400"/>
          </a:xfrm>
          <a:prstGeom prst="rect">
            <a:avLst/>
          </a:prstGeom>
          <a:solidFill>
            <a:srgbClr val="D77955"/>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7"/>
          <p:cNvSpPr/>
          <p:nvPr/>
        </p:nvSpPr>
        <p:spPr>
          <a:xfrm>
            <a:off x="6677025" y="3103625"/>
            <a:ext cx="1751100" cy="1506600"/>
          </a:xfrm>
          <a:prstGeom prst="rect">
            <a:avLst/>
          </a:prstGeom>
          <a:solidFill>
            <a:srgbClr val="B59ECE"/>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 name="Google Shape;243;p37"/>
          <p:cNvGrpSpPr/>
          <p:nvPr/>
        </p:nvGrpSpPr>
        <p:grpSpPr>
          <a:xfrm>
            <a:off x="6889747" y="3183431"/>
            <a:ext cx="1290595" cy="1389844"/>
            <a:chOff x="6860126" y="1082080"/>
            <a:chExt cx="1411295" cy="1519827"/>
          </a:xfrm>
        </p:grpSpPr>
        <p:sp>
          <p:nvSpPr>
            <p:cNvPr id="244" name="Google Shape;244;p37"/>
            <p:cNvSpPr/>
            <p:nvPr/>
          </p:nvSpPr>
          <p:spPr>
            <a:xfrm>
              <a:off x="6860126" y="1082080"/>
              <a:ext cx="1411295" cy="1510506"/>
            </a:xfrm>
            <a:custGeom>
              <a:avLst/>
              <a:gdLst/>
              <a:ahLst/>
              <a:cxnLst/>
              <a:rect l="l" t="t" r="r" b="b"/>
              <a:pathLst>
                <a:path w="29674" h="31760" extrusionOk="0">
                  <a:moveTo>
                    <a:pt x="15944" y="1808"/>
                  </a:moveTo>
                  <a:cubicBezTo>
                    <a:pt x="16589" y="1808"/>
                    <a:pt x="17191" y="1946"/>
                    <a:pt x="17690" y="2283"/>
                  </a:cubicBezTo>
                  <a:cubicBezTo>
                    <a:pt x="18831" y="2853"/>
                    <a:pt x="19402" y="3995"/>
                    <a:pt x="19699" y="5136"/>
                  </a:cubicBezTo>
                  <a:cubicBezTo>
                    <a:pt x="19973" y="5136"/>
                    <a:pt x="19699" y="5410"/>
                    <a:pt x="19699" y="5410"/>
                  </a:cubicBezTo>
                  <a:cubicBezTo>
                    <a:pt x="17987" y="5980"/>
                    <a:pt x="16549" y="7122"/>
                    <a:pt x="15134" y="7692"/>
                  </a:cubicBezTo>
                  <a:cubicBezTo>
                    <a:pt x="14563" y="7989"/>
                    <a:pt x="14266" y="8263"/>
                    <a:pt x="13696" y="8263"/>
                  </a:cubicBezTo>
                  <a:cubicBezTo>
                    <a:pt x="12851" y="8263"/>
                    <a:pt x="12280" y="7692"/>
                    <a:pt x="11710" y="7692"/>
                  </a:cubicBezTo>
                  <a:cubicBezTo>
                    <a:pt x="11413" y="7692"/>
                    <a:pt x="11139" y="7692"/>
                    <a:pt x="11139" y="7418"/>
                  </a:cubicBezTo>
                  <a:cubicBezTo>
                    <a:pt x="11139" y="5410"/>
                    <a:pt x="12554" y="2853"/>
                    <a:pt x="14563" y="1986"/>
                  </a:cubicBezTo>
                  <a:cubicBezTo>
                    <a:pt x="15030" y="1874"/>
                    <a:pt x="15497" y="1808"/>
                    <a:pt x="15944" y="1808"/>
                  </a:cubicBezTo>
                  <a:close/>
                  <a:moveTo>
                    <a:pt x="10939" y="9007"/>
                  </a:moveTo>
                  <a:cubicBezTo>
                    <a:pt x="10990" y="9007"/>
                    <a:pt x="11052" y="9043"/>
                    <a:pt x="11139" y="9130"/>
                  </a:cubicBezTo>
                  <a:cubicBezTo>
                    <a:pt x="11413" y="9130"/>
                    <a:pt x="11984" y="9130"/>
                    <a:pt x="12280" y="9404"/>
                  </a:cubicBezTo>
                  <a:cubicBezTo>
                    <a:pt x="12280" y="9404"/>
                    <a:pt x="12554" y="9701"/>
                    <a:pt x="12280" y="9701"/>
                  </a:cubicBezTo>
                  <a:cubicBezTo>
                    <a:pt x="11984" y="10272"/>
                    <a:pt x="11413" y="10272"/>
                    <a:pt x="11139" y="10842"/>
                  </a:cubicBezTo>
                  <a:cubicBezTo>
                    <a:pt x="11053" y="10922"/>
                    <a:pt x="10969" y="10955"/>
                    <a:pt x="10893" y="10955"/>
                  </a:cubicBezTo>
                  <a:cubicBezTo>
                    <a:pt x="10706" y="10955"/>
                    <a:pt x="10569" y="10756"/>
                    <a:pt x="10569" y="10545"/>
                  </a:cubicBezTo>
                  <a:cubicBezTo>
                    <a:pt x="10842" y="10272"/>
                    <a:pt x="10569" y="9701"/>
                    <a:pt x="10569" y="9404"/>
                  </a:cubicBezTo>
                  <a:cubicBezTo>
                    <a:pt x="10762" y="9211"/>
                    <a:pt x="10819" y="9007"/>
                    <a:pt x="10939" y="9007"/>
                  </a:cubicBezTo>
                  <a:close/>
                  <a:moveTo>
                    <a:pt x="19933" y="6765"/>
                  </a:moveTo>
                  <a:cubicBezTo>
                    <a:pt x="20045" y="6765"/>
                    <a:pt x="20157" y="6789"/>
                    <a:pt x="20269" y="6848"/>
                  </a:cubicBezTo>
                  <a:cubicBezTo>
                    <a:pt x="20840" y="7122"/>
                    <a:pt x="20840" y="7989"/>
                    <a:pt x="20840" y="8560"/>
                  </a:cubicBezTo>
                  <a:cubicBezTo>
                    <a:pt x="20840" y="9404"/>
                    <a:pt x="20840" y="10272"/>
                    <a:pt x="21411" y="11116"/>
                  </a:cubicBezTo>
                  <a:cubicBezTo>
                    <a:pt x="21411" y="11413"/>
                    <a:pt x="21114" y="11413"/>
                    <a:pt x="21114" y="11413"/>
                  </a:cubicBezTo>
                  <a:cubicBezTo>
                    <a:pt x="19973" y="11413"/>
                    <a:pt x="19402" y="10842"/>
                    <a:pt x="18557" y="10272"/>
                  </a:cubicBezTo>
                  <a:cubicBezTo>
                    <a:pt x="17987" y="9975"/>
                    <a:pt x="16846" y="9975"/>
                    <a:pt x="16275" y="9404"/>
                  </a:cubicBezTo>
                  <a:lnTo>
                    <a:pt x="16275" y="9130"/>
                  </a:lnTo>
                  <a:cubicBezTo>
                    <a:pt x="16275" y="9130"/>
                    <a:pt x="15978" y="8834"/>
                    <a:pt x="16275" y="8834"/>
                  </a:cubicBezTo>
                  <a:cubicBezTo>
                    <a:pt x="16846" y="7989"/>
                    <a:pt x="17690" y="7692"/>
                    <a:pt x="18557" y="7418"/>
                  </a:cubicBezTo>
                  <a:cubicBezTo>
                    <a:pt x="19016" y="7180"/>
                    <a:pt x="19474" y="6765"/>
                    <a:pt x="19933" y="6765"/>
                  </a:cubicBezTo>
                  <a:close/>
                  <a:moveTo>
                    <a:pt x="23624" y="6111"/>
                  </a:moveTo>
                  <a:cubicBezTo>
                    <a:pt x="24777" y="6111"/>
                    <a:pt x="25972" y="6366"/>
                    <a:pt x="26546" y="7122"/>
                  </a:cubicBezTo>
                  <a:cubicBezTo>
                    <a:pt x="27391" y="8834"/>
                    <a:pt x="27117" y="10545"/>
                    <a:pt x="26250" y="11983"/>
                  </a:cubicBezTo>
                  <a:cubicBezTo>
                    <a:pt x="25976" y="12554"/>
                    <a:pt x="25679" y="13399"/>
                    <a:pt x="25108" y="13399"/>
                  </a:cubicBezTo>
                  <a:cubicBezTo>
                    <a:pt x="24834" y="13125"/>
                    <a:pt x="24538" y="12828"/>
                    <a:pt x="24264" y="12828"/>
                  </a:cubicBezTo>
                  <a:cubicBezTo>
                    <a:pt x="23693" y="12828"/>
                    <a:pt x="23396" y="12554"/>
                    <a:pt x="23122" y="12257"/>
                  </a:cubicBezTo>
                  <a:cubicBezTo>
                    <a:pt x="22826" y="12257"/>
                    <a:pt x="22552" y="11983"/>
                    <a:pt x="22552" y="11687"/>
                  </a:cubicBezTo>
                  <a:lnTo>
                    <a:pt x="22552" y="9975"/>
                  </a:lnTo>
                  <a:lnTo>
                    <a:pt x="21684" y="6551"/>
                  </a:lnTo>
                  <a:lnTo>
                    <a:pt x="21981" y="6277"/>
                  </a:lnTo>
                  <a:cubicBezTo>
                    <a:pt x="22459" y="6177"/>
                    <a:pt x="23036" y="6111"/>
                    <a:pt x="23624" y="6111"/>
                  </a:cubicBezTo>
                  <a:close/>
                  <a:moveTo>
                    <a:pt x="8286" y="8263"/>
                  </a:moveTo>
                  <a:cubicBezTo>
                    <a:pt x="8560" y="8263"/>
                    <a:pt x="9131" y="8263"/>
                    <a:pt x="9131" y="8560"/>
                  </a:cubicBezTo>
                  <a:cubicBezTo>
                    <a:pt x="9427" y="9130"/>
                    <a:pt x="9427" y="9404"/>
                    <a:pt x="9427" y="9701"/>
                  </a:cubicBezTo>
                  <a:lnTo>
                    <a:pt x="9427" y="11116"/>
                  </a:lnTo>
                  <a:cubicBezTo>
                    <a:pt x="9427" y="11413"/>
                    <a:pt x="9427" y="11983"/>
                    <a:pt x="9131" y="12257"/>
                  </a:cubicBezTo>
                  <a:cubicBezTo>
                    <a:pt x="8857" y="12828"/>
                    <a:pt x="8286" y="13399"/>
                    <a:pt x="7989" y="13695"/>
                  </a:cubicBezTo>
                  <a:cubicBezTo>
                    <a:pt x="7419" y="14266"/>
                    <a:pt x="7145" y="14837"/>
                    <a:pt x="6574" y="15111"/>
                  </a:cubicBezTo>
                  <a:cubicBezTo>
                    <a:pt x="6277" y="15407"/>
                    <a:pt x="6004" y="15681"/>
                    <a:pt x="5433" y="15681"/>
                  </a:cubicBezTo>
                  <a:cubicBezTo>
                    <a:pt x="5136" y="15407"/>
                    <a:pt x="4862" y="15111"/>
                    <a:pt x="4566" y="14540"/>
                  </a:cubicBezTo>
                  <a:cubicBezTo>
                    <a:pt x="3150" y="13399"/>
                    <a:pt x="2009" y="11413"/>
                    <a:pt x="3150" y="9701"/>
                  </a:cubicBezTo>
                  <a:cubicBezTo>
                    <a:pt x="3424" y="9130"/>
                    <a:pt x="4566" y="8560"/>
                    <a:pt x="5136" y="8560"/>
                  </a:cubicBezTo>
                  <a:cubicBezTo>
                    <a:pt x="6277" y="8263"/>
                    <a:pt x="7419" y="8263"/>
                    <a:pt x="8286" y="8263"/>
                  </a:cubicBezTo>
                  <a:close/>
                  <a:moveTo>
                    <a:pt x="23396" y="14266"/>
                  </a:moveTo>
                  <a:cubicBezTo>
                    <a:pt x="23693" y="14266"/>
                    <a:pt x="23693" y="14540"/>
                    <a:pt x="23693" y="14837"/>
                  </a:cubicBezTo>
                  <a:cubicBezTo>
                    <a:pt x="23693" y="15111"/>
                    <a:pt x="23396" y="15407"/>
                    <a:pt x="23396" y="15681"/>
                  </a:cubicBezTo>
                  <a:cubicBezTo>
                    <a:pt x="23122" y="15681"/>
                    <a:pt x="22826" y="15681"/>
                    <a:pt x="22826" y="15407"/>
                  </a:cubicBezTo>
                  <a:lnTo>
                    <a:pt x="22826" y="14540"/>
                  </a:lnTo>
                  <a:cubicBezTo>
                    <a:pt x="22826" y="14540"/>
                    <a:pt x="22826" y="14266"/>
                    <a:pt x="23122" y="14266"/>
                  </a:cubicBezTo>
                  <a:close/>
                  <a:moveTo>
                    <a:pt x="8860" y="14427"/>
                  </a:moveTo>
                  <a:cubicBezTo>
                    <a:pt x="9115" y="14427"/>
                    <a:pt x="9341" y="14626"/>
                    <a:pt x="9131" y="14837"/>
                  </a:cubicBezTo>
                  <a:lnTo>
                    <a:pt x="9131" y="17119"/>
                  </a:lnTo>
                  <a:cubicBezTo>
                    <a:pt x="9131" y="17393"/>
                    <a:pt x="8857" y="17393"/>
                    <a:pt x="8560" y="17393"/>
                  </a:cubicBezTo>
                  <a:cubicBezTo>
                    <a:pt x="8286" y="17119"/>
                    <a:pt x="7715" y="16822"/>
                    <a:pt x="7419" y="16549"/>
                  </a:cubicBezTo>
                  <a:cubicBezTo>
                    <a:pt x="7145" y="16549"/>
                    <a:pt x="7145" y="16252"/>
                    <a:pt x="7419" y="16252"/>
                  </a:cubicBezTo>
                  <a:cubicBezTo>
                    <a:pt x="7715" y="15681"/>
                    <a:pt x="8286" y="15111"/>
                    <a:pt x="8560" y="14540"/>
                  </a:cubicBezTo>
                  <a:cubicBezTo>
                    <a:pt x="8646" y="14460"/>
                    <a:pt x="8755" y="14427"/>
                    <a:pt x="8860" y="14427"/>
                  </a:cubicBezTo>
                  <a:close/>
                  <a:moveTo>
                    <a:pt x="15134" y="10272"/>
                  </a:moveTo>
                  <a:lnTo>
                    <a:pt x="16846" y="11116"/>
                  </a:lnTo>
                  <a:lnTo>
                    <a:pt x="18557" y="11983"/>
                  </a:lnTo>
                  <a:cubicBezTo>
                    <a:pt x="19128" y="12257"/>
                    <a:pt x="19973" y="12554"/>
                    <a:pt x="20543" y="12828"/>
                  </a:cubicBezTo>
                  <a:cubicBezTo>
                    <a:pt x="20840" y="13125"/>
                    <a:pt x="21114" y="13399"/>
                    <a:pt x="21114" y="13969"/>
                  </a:cubicBezTo>
                  <a:cubicBezTo>
                    <a:pt x="21114" y="14540"/>
                    <a:pt x="21411" y="15407"/>
                    <a:pt x="21411" y="16252"/>
                  </a:cubicBezTo>
                  <a:cubicBezTo>
                    <a:pt x="21114" y="16822"/>
                    <a:pt x="21114" y="17393"/>
                    <a:pt x="20840" y="17964"/>
                  </a:cubicBezTo>
                  <a:cubicBezTo>
                    <a:pt x="20543" y="18260"/>
                    <a:pt x="19973" y="18534"/>
                    <a:pt x="19402" y="18831"/>
                  </a:cubicBezTo>
                  <a:cubicBezTo>
                    <a:pt x="19128" y="19105"/>
                    <a:pt x="18557" y="19676"/>
                    <a:pt x="17987" y="19972"/>
                  </a:cubicBezTo>
                  <a:cubicBezTo>
                    <a:pt x="17701" y="20109"/>
                    <a:pt x="17485" y="20178"/>
                    <a:pt x="17268" y="20178"/>
                  </a:cubicBezTo>
                  <a:cubicBezTo>
                    <a:pt x="17051" y="20178"/>
                    <a:pt x="16834" y="20109"/>
                    <a:pt x="16549" y="19972"/>
                  </a:cubicBezTo>
                  <a:cubicBezTo>
                    <a:pt x="15704" y="19676"/>
                    <a:pt x="14837" y="19402"/>
                    <a:pt x="13992" y="19402"/>
                  </a:cubicBezTo>
                  <a:cubicBezTo>
                    <a:pt x="13422" y="19105"/>
                    <a:pt x="12554" y="19105"/>
                    <a:pt x="11984" y="18831"/>
                  </a:cubicBezTo>
                  <a:cubicBezTo>
                    <a:pt x="11413" y="18831"/>
                    <a:pt x="10842" y="18534"/>
                    <a:pt x="10569" y="18260"/>
                  </a:cubicBezTo>
                  <a:lnTo>
                    <a:pt x="10569" y="17119"/>
                  </a:lnTo>
                  <a:cubicBezTo>
                    <a:pt x="10569" y="16822"/>
                    <a:pt x="10272" y="16549"/>
                    <a:pt x="10272" y="15978"/>
                  </a:cubicBezTo>
                  <a:lnTo>
                    <a:pt x="10272" y="13399"/>
                  </a:lnTo>
                  <a:lnTo>
                    <a:pt x="10272" y="13125"/>
                  </a:lnTo>
                  <a:cubicBezTo>
                    <a:pt x="10569" y="13125"/>
                    <a:pt x="10569" y="12828"/>
                    <a:pt x="10842" y="12828"/>
                  </a:cubicBezTo>
                  <a:cubicBezTo>
                    <a:pt x="11139" y="12554"/>
                    <a:pt x="11413" y="12257"/>
                    <a:pt x="11984" y="11983"/>
                  </a:cubicBezTo>
                  <a:cubicBezTo>
                    <a:pt x="12554" y="11413"/>
                    <a:pt x="13125" y="10842"/>
                    <a:pt x="13696" y="10545"/>
                  </a:cubicBezTo>
                  <a:cubicBezTo>
                    <a:pt x="13992" y="10272"/>
                    <a:pt x="14563" y="10272"/>
                    <a:pt x="15134" y="10272"/>
                  </a:cubicBezTo>
                  <a:close/>
                  <a:moveTo>
                    <a:pt x="25405" y="15978"/>
                  </a:moveTo>
                  <a:cubicBezTo>
                    <a:pt x="25405" y="15978"/>
                    <a:pt x="25679" y="15978"/>
                    <a:pt x="25679" y="16252"/>
                  </a:cubicBezTo>
                  <a:cubicBezTo>
                    <a:pt x="25976" y="16252"/>
                    <a:pt x="25976" y="16549"/>
                    <a:pt x="26250" y="16549"/>
                  </a:cubicBezTo>
                  <a:cubicBezTo>
                    <a:pt x="27391" y="17393"/>
                    <a:pt x="27688" y="19402"/>
                    <a:pt x="26820" y="20543"/>
                  </a:cubicBezTo>
                  <a:cubicBezTo>
                    <a:pt x="26546" y="21114"/>
                    <a:pt x="25679" y="21684"/>
                    <a:pt x="25108" y="21958"/>
                  </a:cubicBezTo>
                  <a:cubicBezTo>
                    <a:pt x="24827" y="22057"/>
                    <a:pt x="24543" y="22090"/>
                    <a:pt x="24258" y="22090"/>
                  </a:cubicBezTo>
                  <a:cubicBezTo>
                    <a:pt x="23688" y="22090"/>
                    <a:pt x="23115" y="21958"/>
                    <a:pt x="22552" y="21958"/>
                  </a:cubicBezTo>
                  <a:cubicBezTo>
                    <a:pt x="22255" y="21958"/>
                    <a:pt x="21981" y="21684"/>
                    <a:pt x="22255" y="21684"/>
                  </a:cubicBezTo>
                  <a:cubicBezTo>
                    <a:pt x="22255" y="21114"/>
                    <a:pt x="22255" y="20817"/>
                    <a:pt x="22552" y="20246"/>
                  </a:cubicBezTo>
                  <a:cubicBezTo>
                    <a:pt x="22552" y="19972"/>
                    <a:pt x="22826" y="19402"/>
                    <a:pt x="22552" y="19105"/>
                  </a:cubicBezTo>
                  <a:lnTo>
                    <a:pt x="22552" y="18831"/>
                  </a:lnTo>
                  <a:cubicBezTo>
                    <a:pt x="22552" y="18534"/>
                    <a:pt x="22552" y="18534"/>
                    <a:pt x="22826" y="18534"/>
                  </a:cubicBezTo>
                  <a:cubicBezTo>
                    <a:pt x="23122" y="17964"/>
                    <a:pt x="23693" y="17690"/>
                    <a:pt x="23967" y="17393"/>
                  </a:cubicBezTo>
                  <a:lnTo>
                    <a:pt x="25405" y="15978"/>
                  </a:lnTo>
                  <a:close/>
                  <a:moveTo>
                    <a:pt x="11139" y="19676"/>
                  </a:moveTo>
                  <a:cubicBezTo>
                    <a:pt x="12554" y="20543"/>
                    <a:pt x="13992" y="20543"/>
                    <a:pt x="15408" y="21114"/>
                  </a:cubicBezTo>
                  <a:lnTo>
                    <a:pt x="15408" y="21684"/>
                  </a:lnTo>
                  <a:lnTo>
                    <a:pt x="13696" y="22529"/>
                  </a:lnTo>
                  <a:cubicBezTo>
                    <a:pt x="13125" y="22825"/>
                    <a:pt x="12280" y="23099"/>
                    <a:pt x="11710" y="23396"/>
                  </a:cubicBezTo>
                  <a:cubicBezTo>
                    <a:pt x="11611" y="23487"/>
                    <a:pt x="11545" y="23518"/>
                    <a:pt x="11501" y="23518"/>
                  </a:cubicBezTo>
                  <a:cubicBezTo>
                    <a:pt x="11413" y="23518"/>
                    <a:pt x="11413" y="23396"/>
                    <a:pt x="11413" y="23396"/>
                  </a:cubicBezTo>
                  <a:lnTo>
                    <a:pt x="10569" y="19972"/>
                  </a:lnTo>
                  <a:cubicBezTo>
                    <a:pt x="10569" y="19676"/>
                    <a:pt x="11139" y="19676"/>
                    <a:pt x="11139" y="19676"/>
                  </a:cubicBezTo>
                  <a:close/>
                  <a:moveTo>
                    <a:pt x="6206" y="17558"/>
                  </a:moveTo>
                  <a:cubicBezTo>
                    <a:pt x="6247" y="17558"/>
                    <a:pt x="6277" y="17591"/>
                    <a:pt x="6277" y="17690"/>
                  </a:cubicBezTo>
                  <a:cubicBezTo>
                    <a:pt x="7145" y="17964"/>
                    <a:pt x="8560" y="18260"/>
                    <a:pt x="9131" y="19105"/>
                  </a:cubicBezTo>
                  <a:cubicBezTo>
                    <a:pt x="9427" y="19676"/>
                    <a:pt x="9427" y="20543"/>
                    <a:pt x="9701" y="21114"/>
                  </a:cubicBezTo>
                  <a:cubicBezTo>
                    <a:pt x="9701" y="21958"/>
                    <a:pt x="9701" y="23099"/>
                    <a:pt x="9998" y="23967"/>
                  </a:cubicBezTo>
                  <a:cubicBezTo>
                    <a:pt x="9998" y="24241"/>
                    <a:pt x="9998" y="24241"/>
                    <a:pt x="9701" y="24537"/>
                  </a:cubicBezTo>
                  <a:cubicBezTo>
                    <a:pt x="8767" y="24806"/>
                    <a:pt x="7767" y="25074"/>
                    <a:pt x="6852" y="25074"/>
                  </a:cubicBezTo>
                  <a:cubicBezTo>
                    <a:pt x="5821" y="25074"/>
                    <a:pt x="4896" y="24734"/>
                    <a:pt x="4292" y="23670"/>
                  </a:cubicBezTo>
                  <a:cubicBezTo>
                    <a:pt x="2854" y="21387"/>
                    <a:pt x="4566" y="19676"/>
                    <a:pt x="5707" y="17964"/>
                  </a:cubicBezTo>
                  <a:cubicBezTo>
                    <a:pt x="5707" y="17690"/>
                    <a:pt x="6004" y="17690"/>
                    <a:pt x="6004" y="17690"/>
                  </a:cubicBezTo>
                  <a:cubicBezTo>
                    <a:pt x="6004" y="17690"/>
                    <a:pt x="6125" y="17558"/>
                    <a:pt x="6206" y="17558"/>
                  </a:cubicBezTo>
                  <a:close/>
                  <a:moveTo>
                    <a:pt x="17913" y="22350"/>
                  </a:moveTo>
                  <a:cubicBezTo>
                    <a:pt x="18186" y="22350"/>
                    <a:pt x="18486" y="22417"/>
                    <a:pt x="18831" y="22529"/>
                  </a:cubicBezTo>
                  <a:cubicBezTo>
                    <a:pt x="19402" y="22529"/>
                    <a:pt x="19973" y="22825"/>
                    <a:pt x="20543" y="23099"/>
                  </a:cubicBezTo>
                  <a:lnTo>
                    <a:pt x="20543" y="23396"/>
                  </a:lnTo>
                  <a:cubicBezTo>
                    <a:pt x="19973" y="25382"/>
                    <a:pt x="19699" y="27961"/>
                    <a:pt x="17690" y="29102"/>
                  </a:cubicBezTo>
                  <a:cubicBezTo>
                    <a:pt x="17268" y="29388"/>
                    <a:pt x="16771" y="29530"/>
                    <a:pt x="16238" y="29530"/>
                  </a:cubicBezTo>
                  <a:cubicBezTo>
                    <a:pt x="15704" y="29530"/>
                    <a:pt x="15134" y="29388"/>
                    <a:pt x="14563" y="29102"/>
                  </a:cubicBezTo>
                  <a:cubicBezTo>
                    <a:pt x="13992" y="28806"/>
                    <a:pt x="13422" y="28235"/>
                    <a:pt x="13125" y="27664"/>
                  </a:cubicBezTo>
                  <a:cubicBezTo>
                    <a:pt x="12851" y="27391"/>
                    <a:pt x="12851" y="27094"/>
                    <a:pt x="12554" y="26523"/>
                  </a:cubicBezTo>
                  <a:cubicBezTo>
                    <a:pt x="12554" y="26523"/>
                    <a:pt x="12280" y="26249"/>
                    <a:pt x="12280" y="25953"/>
                  </a:cubicBezTo>
                  <a:lnTo>
                    <a:pt x="12280" y="25679"/>
                  </a:lnTo>
                  <a:cubicBezTo>
                    <a:pt x="11984" y="25679"/>
                    <a:pt x="11984" y="25382"/>
                    <a:pt x="12280" y="25382"/>
                  </a:cubicBezTo>
                  <a:lnTo>
                    <a:pt x="12280" y="25108"/>
                  </a:lnTo>
                  <a:cubicBezTo>
                    <a:pt x="13125" y="24811"/>
                    <a:pt x="13696" y="24537"/>
                    <a:pt x="14563" y="23967"/>
                  </a:cubicBezTo>
                  <a:cubicBezTo>
                    <a:pt x="15408" y="23670"/>
                    <a:pt x="15978" y="23099"/>
                    <a:pt x="16846" y="22825"/>
                  </a:cubicBezTo>
                  <a:cubicBezTo>
                    <a:pt x="17183" y="22488"/>
                    <a:pt x="17520" y="22350"/>
                    <a:pt x="17913" y="22350"/>
                  </a:cubicBezTo>
                  <a:close/>
                  <a:moveTo>
                    <a:pt x="15134" y="0"/>
                  </a:moveTo>
                  <a:cubicBezTo>
                    <a:pt x="13992" y="274"/>
                    <a:pt x="12851" y="845"/>
                    <a:pt x="11984" y="1712"/>
                  </a:cubicBezTo>
                  <a:cubicBezTo>
                    <a:pt x="11139" y="3127"/>
                    <a:pt x="10569" y="4565"/>
                    <a:pt x="9998" y="5980"/>
                  </a:cubicBezTo>
                  <a:cubicBezTo>
                    <a:pt x="9998" y="6277"/>
                    <a:pt x="9701" y="6551"/>
                    <a:pt x="9701" y="7122"/>
                  </a:cubicBezTo>
                  <a:cubicBezTo>
                    <a:pt x="9131" y="6848"/>
                    <a:pt x="8560" y="6848"/>
                    <a:pt x="7989" y="6551"/>
                  </a:cubicBezTo>
                  <a:lnTo>
                    <a:pt x="6277" y="6551"/>
                  </a:lnTo>
                  <a:cubicBezTo>
                    <a:pt x="5136" y="6551"/>
                    <a:pt x="3995" y="6848"/>
                    <a:pt x="2854" y="7122"/>
                  </a:cubicBezTo>
                  <a:cubicBezTo>
                    <a:pt x="571" y="7989"/>
                    <a:pt x="0" y="10545"/>
                    <a:pt x="571" y="11983"/>
                  </a:cubicBezTo>
                  <a:cubicBezTo>
                    <a:pt x="1142" y="13125"/>
                    <a:pt x="1712" y="13969"/>
                    <a:pt x="2580" y="15111"/>
                  </a:cubicBezTo>
                  <a:lnTo>
                    <a:pt x="4292" y="16822"/>
                  </a:lnTo>
                  <a:cubicBezTo>
                    <a:pt x="3721" y="17964"/>
                    <a:pt x="3150" y="18831"/>
                    <a:pt x="2580" y="20246"/>
                  </a:cubicBezTo>
                  <a:cubicBezTo>
                    <a:pt x="2009" y="21114"/>
                    <a:pt x="1712" y="22529"/>
                    <a:pt x="2009" y="23670"/>
                  </a:cubicBezTo>
                  <a:cubicBezTo>
                    <a:pt x="2283" y="24241"/>
                    <a:pt x="2580" y="25108"/>
                    <a:pt x="3150" y="25382"/>
                  </a:cubicBezTo>
                  <a:cubicBezTo>
                    <a:pt x="3813" y="26511"/>
                    <a:pt x="4842" y="27274"/>
                    <a:pt x="6082" y="27274"/>
                  </a:cubicBezTo>
                  <a:cubicBezTo>
                    <a:pt x="6421" y="27274"/>
                    <a:pt x="6777" y="27216"/>
                    <a:pt x="7145" y="27094"/>
                  </a:cubicBezTo>
                  <a:cubicBezTo>
                    <a:pt x="7715" y="27094"/>
                    <a:pt x="8286" y="26820"/>
                    <a:pt x="9131" y="26820"/>
                  </a:cubicBezTo>
                  <a:cubicBezTo>
                    <a:pt x="9427" y="26523"/>
                    <a:pt x="9998" y="26249"/>
                    <a:pt x="10272" y="26249"/>
                  </a:cubicBezTo>
                  <a:cubicBezTo>
                    <a:pt x="11139" y="27391"/>
                    <a:pt x="11710" y="28806"/>
                    <a:pt x="12554" y="29947"/>
                  </a:cubicBezTo>
                  <a:cubicBezTo>
                    <a:pt x="13448" y="31287"/>
                    <a:pt x="14690" y="31760"/>
                    <a:pt x="16152" y="31760"/>
                  </a:cubicBezTo>
                  <a:cubicBezTo>
                    <a:pt x="16557" y="31760"/>
                    <a:pt x="16980" y="31723"/>
                    <a:pt x="17416" y="31659"/>
                  </a:cubicBezTo>
                  <a:cubicBezTo>
                    <a:pt x="19128" y="31088"/>
                    <a:pt x="20543" y="29673"/>
                    <a:pt x="21114" y="27961"/>
                  </a:cubicBezTo>
                  <a:cubicBezTo>
                    <a:pt x="21684" y="26523"/>
                    <a:pt x="21981" y="25108"/>
                    <a:pt x="22255" y="23967"/>
                  </a:cubicBezTo>
                  <a:lnTo>
                    <a:pt x="25405" y="23967"/>
                  </a:lnTo>
                  <a:cubicBezTo>
                    <a:pt x="27391" y="23670"/>
                    <a:pt x="28829" y="22529"/>
                    <a:pt x="29103" y="20817"/>
                  </a:cubicBezTo>
                  <a:cubicBezTo>
                    <a:pt x="29673" y="19402"/>
                    <a:pt x="29103" y="17690"/>
                    <a:pt x="28258" y="16549"/>
                  </a:cubicBezTo>
                  <a:cubicBezTo>
                    <a:pt x="27961" y="15978"/>
                    <a:pt x="27391" y="15111"/>
                    <a:pt x="26820" y="14540"/>
                  </a:cubicBezTo>
                  <a:cubicBezTo>
                    <a:pt x="27391" y="13969"/>
                    <a:pt x="27688" y="13125"/>
                    <a:pt x="27961" y="12257"/>
                  </a:cubicBezTo>
                  <a:cubicBezTo>
                    <a:pt x="28829" y="10545"/>
                    <a:pt x="29103" y="8834"/>
                    <a:pt x="28532" y="7122"/>
                  </a:cubicBezTo>
                  <a:cubicBezTo>
                    <a:pt x="28018" y="5332"/>
                    <a:pt x="26354" y="4228"/>
                    <a:pt x="24777" y="4228"/>
                  </a:cubicBezTo>
                  <a:cubicBezTo>
                    <a:pt x="24604" y="4228"/>
                    <a:pt x="24433" y="4241"/>
                    <a:pt x="24264" y="4269"/>
                  </a:cubicBezTo>
                  <a:cubicBezTo>
                    <a:pt x="23396" y="4269"/>
                    <a:pt x="22552" y="4565"/>
                    <a:pt x="21981" y="4565"/>
                  </a:cubicBezTo>
                  <a:cubicBezTo>
                    <a:pt x="21684" y="4565"/>
                    <a:pt x="21684" y="4565"/>
                    <a:pt x="21411" y="4269"/>
                  </a:cubicBezTo>
                  <a:cubicBezTo>
                    <a:pt x="21114" y="3995"/>
                    <a:pt x="21114" y="3424"/>
                    <a:pt x="20840" y="2853"/>
                  </a:cubicBezTo>
                  <a:cubicBezTo>
                    <a:pt x="19699" y="1712"/>
                    <a:pt x="18557" y="274"/>
                    <a:pt x="16846" y="0"/>
                  </a:cubicBezTo>
                  <a:close/>
                </a:path>
              </a:pathLst>
            </a:custGeom>
            <a:solidFill>
              <a:srgbClr val="F7EC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7"/>
            <p:cNvSpPr/>
            <p:nvPr/>
          </p:nvSpPr>
          <p:spPr>
            <a:xfrm>
              <a:off x="6860126" y="1082080"/>
              <a:ext cx="1411295" cy="1519827"/>
            </a:xfrm>
            <a:custGeom>
              <a:avLst/>
              <a:gdLst/>
              <a:ahLst/>
              <a:cxnLst/>
              <a:rect l="l" t="t" r="r" b="b"/>
              <a:pathLst>
                <a:path w="29674" h="31956" extrusionOk="0">
                  <a:moveTo>
                    <a:pt x="4292" y="16822"/>
                  </a:moveTo>
                  <a:lnTo>
                    <a:pt x="2580" y="15111"/>
                  </a:lnTo>
                  <a:cubicBezTo>
                    <a:pt x="1712" y="13969"/>
                    <a:pt x="1142" y="13125"/>
                    <a:pt x="571" y="11983"/>
                  </a:cubicBezTo>
                  <a:cubicBezTo>
                    <a:pt x="0" y="10545"/>
                    <a:pt x="571" y="7989"/>
                    <a:pt x="2854" y="7122"/>
                  </a:cubicBezTo>
                  <a:cubicBezTo>
                    <a:pt x="3995" y="6848"/>
                    <a:pt x="5136" y="6551"/>
                    <a:pt x="6277" y="6551"/>
                  </a:cubicBezTo>
                  <a:lnTo>
                    <a:pt x="7989" y="6551"/>
                  </a:lnTo>
                  <a:cubicBezTo>
                    <a:pt x="8560" y="6848"/>
                    <a:pt x="9131" y="6848"/>
                    <a:pt x="9701" y="7122"/>
                  </a:cubicBezTo>
                  <a:cubicBezTo>
                    <a:pt x="9701" y="6551"/>
                    <a:pt x="9998" y="6277"/>
                    <a:pt x="9998" y="5980"/>
                  </a:cubicBezTo>
                  <a:cubicBezTo>
                    <a:pt x="10569" y="4565"/>
                    <a:pt x="11139" y="3127"/>
                    <a:pt x="11984" y="1712"/>
                  </a:cubicBezTo>
                  <a:cubicBezTo>
                    <a:pt x="12851" y="845"/>
                    <a:pt x="13992" y="274"/>
                    <a:pt x="15134" y="0"/>
                  </a:cubicBezTo>
                  <a:lnTo>
                    <a:pt x="16846" y="0"/>
                  </a:lnTo>
                  <a:cubicBezTo>
                    <a:pt x="18557" y="274"/>
                    <a:pt x="19699" y="1712"/>
                    <a:pt x="20840" y="2853"/>
                  </a:cubicBezTo>
                  <a:cubicBezTo>
                    <a:pt x="21114" y="3424"/>
                    <a:pt x="21114" y="3995"/>
                    <a:pt x="21411" y="4269"/>
                  </a:cubicBezTo>
                  <a:cubicBezTo>
                    <a:pt x="21684" y="4565"/>
                    <a:pt x="21684" y="4565"/>
                    <a:pt x="21981" y="4565"/>
                  </a:cubicBezTo>
                  <a:cubicBezTo>
                    <a:pt x="22552" y="4565"/>
                    <a:pt x="23396" y="4269"/>
                    <a:pt x="24264" y="4269"/>
                  </a:cubicBezTo>
                  <a:cubicBezTo>
                    <a:pt x="25976" y="3995"/>
                    <a:pt x="27961" y="5136"/>
                    <a:pt x="28532" y="7122"/>
                  </a:cubicBezTo>
                  <a:cubicBezTo>
                    <a:pt x="29103" y="8834"/>
                    <a:pt x="28829" y="10545"/>
                    <a:pt x="27961" y="12257"/>
                  </a:cubicBezTo>
                  <a:cubicBezTo>
                    <a:pt x="27688" y="13125"/>
                    <a:pt x="27391" y="13969"/>
                    <a:pt x="26820" y="14540"/>
                  </a:cubicBezTo>
                  <a:cubicBezTo>
                    <a:pt x="27391" y="15111"/>
                    <a:pt x="27961" y="15978"/>
                    <a:pt x="28258" y="16549"/>
                  </a:cubicBezTo>
                  <a:cubicBezTo>
                    <a:pt x="29103" y="17690"/>
                    <a:pt x="29673" y="19402"/>
                    <a:pt x="29103" y="20817"/>
                  </a:cubicBezTo>
                  <a:cubicBezTo>
                    <a:pt x="28829" y="22529"/>
                    <a:pt x="27391" y="23670"/>
                    <a:pt x="25405" y="23967"/>
                  </a:cubicBezTo>
                  <a:lnTo>
                    <a:pt x="22255" y="23967"/>
                  </a:lnTo>
                  <a:cubicBezTo>
                    <a:pt x="21981" y="25108"/>
                    <a:pt x="21684" y="26523"/>
                    <a:pt x="21114" y="27961"/>
                  </a:cubicBezTo>
                  <a:cubicBezTo>
                    <a:pt x="20543" y="29673"/>
                    <a:pt x="19128" y="31088"/>
                    <a:pt x="17416" y="31659"/>
                  </a:cubicBezTo>
                  <a:cubicBezTo>
                    <a:pt x="15408" y="31956"/>
                    <a:pt x="13696" y="31659"/>
                    <a:pt x="12554" y="29947"/>
                  </a:cubicBezTo>
                  <a:cubicBezTo>
                    <a:pt x="11710" y="28806"/>
                    <a:pt x="11139" y="27391"/>
                    <a:pt x="10272" y="26249"/>
                  </a:cubicBezTo>
                  <a:cubicBezTo>
                    <a:pt x="9998" y="26249"/>
                    <a:pt x="9427" y="26523"/>
                    <a:pt x="9131" y="26820"/>
                  </a:cubicBezTo>
                  <a:cubicBezTo>
                    <a:pt x="8286" y="26820"/>
                    <a:pt x="7715" y="27094"/>
                    <a:pt x="7145" y="27094"/>
                  </a:cubicBezTo>
                  <a:cubicBezTo>
                    <a:pt x="5433" y="27664"/>
                    <a:pt x="3995" y="26820"/>
                    <a:pt x="3150" y="25382"/>
                  </a:cubicBezTo>
                  <a:cubicBezTo>
                    <a:pt x="2580" y="25108"/>
                    <a:pt x="2283" y="24241"/>
                    <a:pt x="2009" y="23670"/>
                  </a:cubicBezTo>
                  <a:cubicBezTo>
                    <a:pt x="1712" y="22529"/>
                    <a:pt x="2009" y="21114"/>
                    <a:pt x="2580" y="20246"/>
                  </a:cubicBezTo>
                  <a:cubicBezTo>
                    <a:pt x="3150" y="18831"/>
                    <a:pt x="3721" y="17964"/>
                    <a:pt x="4292" y="16822"/>
                  </a:cubicBezTo>
                  <a:close/>
                  <a:moveTo>
                    <a:pt x="10569" y="14540"/>
                  </a:moveTo>
                  <a:cubicBezTo>
                    <a:pt x="10842" y="15681"/>
                    <a:pt x="10842" y="16549"/>
                    <a:pt x="10842" y="17393"/>
                  </a:cubicBezTo>
                  <a:cubicBezTo>
                    <a:pt x="10842" y="17964"/>
                    <a:pt x="11139" y="17964"/>
                    <a:pt x="11413" y="18260"/>
                  </a:cubicBezTo>
                  <a:cubicBezTo>
                    <a:pt x="13422" y="18831"/>
                    <a:pt x="15408" y="19402"/>
                    <a:pt x="17119" y="19972"/>
                  </a:cubicBezTo>
                  <a:cubicBezTo>
                    <a:pt x="17416" y="20246"/>
                    <a:pt x="17690" y="19972"/>
                    <a:pt x="17690" y="19972"/>
                  </a:cubicBezTo>
                  <a:cubicBezTo>
                    <a:pt x="18831" y="19105"/>
                    <a:pt x="19699" y="18534"/>
                    <a:pt x="20543" y="17964"/>
                  </a:cubicBezTo>
                  <a:cubicBezTo>
                    <a:pt x="20840" y="17690"/>
                    <a:pt x="21114" y="17393"/>
                    <a:pt x="21114" y="17119"/>
                  </a:cubicBezTo>
                  <a:lnTo>
                    <a:pt x="21114" y="13969"/>
                  </a:lnTo>
                  <a:cubicBezTo>
                    <a:pt x="21114" y="13695"/>
                    <a:pt x="20840" y="13399"/>
                    <a:pt x="20543" y="13125"/>
                  </a:cubicBezTo>
                  <a:cubicBezTo>
                    <a:pt x="18831" y="11983"/>
                    <a:pt x="16549" y="11116"/>
                    <a:pt x="14563" y="10545"/>
                  </a:cubicBezTo>
                  <a:lnTo>
                    <a:pt x="13992" y="10545"/>
                  </a:lnTo>
                  <a:cubicBezTo>
                    <a:pt x="13125" y="11413"/>
                    <a:pt x="12554" y="11983"/>
                    <a:pt x="11710" y="12554"/>
                  </a:cubicBezTo>
                  <a:cubicBezTo>
                    <a:pt x="11139" y="13125"/>
                    <a:pt x="10272" y="13695"/>
                    <a:pt x="10569" y="14540"/>
                  </a:cubicBezTo>
                  <a:close/>
                  <a:moveTo>
                    <a:pt x="11710" y="25679"/>
                  </a:moveTo>
                  <a:cubicBezTo>
                    <a:pt x="11413" y="25679"/>
                    <a:pt x="11139" y="25679"/>
                    <a:pt x="11413" y="26249"/>
                  </a:cubicBezTo>
                  <a:cubicBezTo>
                    <a:pt x="11984" y="27391"/>
                    <a:pt x="12280" y="28235"/>
                    <a:pt x="12851" y="29102"/>
                  </a:cubicBezTo>
                  <a:cubicBezTo>
                    <a:pt x="13992" y="30518"/>
                    <a:pt x="15408" y="31088"/>
                    <a:pt x="17119" y="30814"/>
                  </a:cubicBezTo>
                  <a:cubicBezTo>
                    <a:pt x="18831" y="30244"/>
                    <a:pt x="19973" y="29376"/>
                    <a:pt x="20543" y="27664"/>
                  </a:cubicBezTo>
                  <a:cubicBezTo>
                    <a:pt x="21684" y="24811"/>
                    <a:pt x="21981" y="21958"/>
                    <a:pt x="22255" y="19402"/>
                  </a:cubicBezTo>
                  <a:cubicBezTo>
                    <a:pt x="22255" y="19105"/>
                    <a:pt x="21981" y="18831"/>
                    <a:pt x="21981" y="18534"/>
                  </a:cubicBezTo>
                  <a:cubicBezTo>
                    <a:pt x="22255" y="17964"/>
                    <a:pt x="22255" y="17690"/>
                    <a:pt x="22255" y="17119"/>
                  </a:cubicBezTo>
                  <a:cubicBezTo>
                    <a:pt x="22255" y="15407"/>
                    <a:pt x="22552" y="13399"/>
                    <a:pt x="22255" y="11687"/>
                  </a:cubicBezTo>
                  <a:cubicBezTo>
                    <a:pt x="22255" y="10272"/>
                    <a:pt x="21981" y="9130"/>
                    <a:pt x="21684" y="7692"/>
                  </a:cubicBezTo>
                  <a:cubicBezTo>
                    <a:pt x="21411" y="5980"/>
                    <a:pt x="21114" y="4269"/>
                    <a:pt x="19973" y="2853"/>
                  </a:cubicBezTo>
                  <a:cubicBezTo>
                    <a:pt x="18831" y="1415"/>
                    <a:pt x="17416" y="571"/>
                    <a:pt x="15408" y="845"/>
                  </a:cubicBezTo>
                  <a:cubicBezTo>
                    <a:pt x="14266" y="1141"/>
                    <a:pt x="13125" y="1415"/>
                    <a:pt x="12554" y="2557"/>
                  </a:cubicBezTo>
                  <a:cubicBezTo>
                    <a:pt x="11984" y="3424"/>
                    <a:pt x="11413" y="4269"/>
                    <a:pt x="10842" y="5410"/>
                  </a:cubicBezTo>
                  <a:cubicBezTo>
                    <a:pt x="10842" y="5707"/>
                    <a:pt x="10569" y="6277"/>
                    <a:pt x="10569" y="6551"/>
                  </a:cubicBezTo>
                  <a:cubicBezTo>
                    <a:pt x="10272" y="6848"/>
                    <a:pt x="10272" y="7122"/>
                    <a:pt x="10842" y="7122"/>
                  </a:cubicBezTo>
                  <a:cubicBezTo>
                    <a:pt x="10842" y="5707"/>
                    <a:pt x="11413" y="4565"/>
                    <a:pt x="12280" y="3698"/>
                  </a:cubicBezTo>
                  <a:cubicBezTo>
                    <a:pt x="13125" y="2283"/>
                    <a:pt x="14266" y="1415"/>
                    <a:pt x="15978" y="1415"/>
                  </a:cubicBezTo>
                  <a:cubicBezTo>
                    <a:pt x="17416" y="1141"/>
                    <a:pt x="18831" y="1986"/>
                    <a:pt x="19699" y="3424"/>
                  </a:cubicBezTo>
                  <a:cubicBezTo>
                    <a:pt x="20269" y="4565"/>
                    <a:pt x="20543" y="5707"/>
                    <a:pt x="20840" y="6551"/>
                  </a:cubicBezTo>
                  <a:cubicBezTo>
                    <a:pt x="21114" y="8263"/>
                    <a:pt x="21411" y="9975"/>
                    <a:pt x="21684" y="11983"/>
                  </a:cubicBezTo>
                  <a:lnTo>
                    <a:pt x="21684" y="15681"/>
                  </a:lnTo>
                  <a:cubicBezTo>
                    <a:pt x="21684" y="17690"/>
                    <a:pt x="21411" y="19676"/>
                    <a:pt x="21114" y="21387"/>
                  </a:cubicBezTo>
                  <a:cubicBezTo>
                    <a:pt x="20840" y="23670"/>
                    <a:pt x="20269" y="25953"/>
                    <a:pt x="19402" y="27961"/>
                  </a:cubicBezTo>
                  <a:cubicBezTo>
                    <a:pt x="18831" y="29102"/>
                    <a:pt x="17987" y="29947"/>
                    <a:pt x="16549" y="30244"/>
                  </a:cubicBezTo>
                  <a:cubicBezTo>
                    <a:pt x="15134" y="30244"/>
                    <a:pt x="13992" y="29673"/>
                    <a:pt x="13125" y="28532"/>
                  </a:cubicBezTo>
                  <a:cubicBezTo>
                    <a:pt x="12554" y="27664"/>
                    <a:pt x="12280" y="26820"/>
                    <a:pt x="11710" y="25679"/>
                  </a:cubicBezTo>
                  <a:close/>
                  <a:moveTo>
                    <a:pt x="12554" y="25382"/>
                  </a:moveTo>
                  <a:cubicBezTo>
                    <a:pt x="12554" y="25679"/>
                    <a:pt x="12851" y="26249"/>
                    <a:pt x="13125" y="26523"/>
                  </a:cubicBezTo>
                  <a:cubicBezTo>
                    <a:pt x="13422" y="27664"/>
                    <a:pt x="13992" y="28532"/>
                    <a:pt x="15134" y="29102"/>
                  </a:cubicBezTo>
                  <a:cubicBezTo>
                    <a:pt x="16549" y="29947"/>
                    <a:pt x="17987" y="29376"/>
                    <a:pt x="18831" y="27961"/>
                  </a:cubicBezTo>
                  <a:cubicBezTo>
                    <a:pt x="19128" y="26820"/>
                    <a:pt x="19699" y="25382"/>
                    <a:pt x="19973" y="24241"/>
                  </a:cubicBezTo>
                  <a:cubicBezTo>
                    <a:pt x="20269" y="23099"/>
                    <a:pt x="20269" y="23099"/>
                    <a:pt x="19128" y="22825"/>
                  </a:cubicBezTo>
                  <a:lnTo>
                    <a:pt x="19128" y="22825"/>
                  </a:lnTo>
                  <a:cubicBezTo>
                    <a:pt x="18261" y="22529"/>
                    <a:pt x="17416" y="22255"/>
                    <a:pt x="16549" y="23099"/>
                  </a:cubicBezTo>
                  <a:lnTo>
                    <a:pt x="16275" y="23099"/>
                  </a:lnTo>
                  <a:cubicBezTo>
                    <a:pt x="15134" y="23967"/>
                    <a:pt x="13696" y="24537"/>
                    <a:pt x="12554" y="25382"/>
                  </a:cubicBezTo>
                  <a:close/>
                  <a:moveTo>
                    <a:pt x="11413" y="7418"/>
                  </a:moveTo>
                  <a:cubicBezTo>
                    <a:pt x="12280" y="7692"/>
                    <a:pt x="12851" y="7989"/>
                    <a:pt x="13696" y="7989"/>
                  </a:cubicBezTo>
                  <a:lnTo>
                    <a:pt x="14266" y="7989"/>
                  </a:lnTo>
                  <a:cubicBezTo>
                    <a:pt x="15978" y="6848"/>
                    <a:pt x="17416" y="5980"/>
                    <a:pt x="19402" y="5410"/>
                  </a:cubicBezTo>
                  <a:cubicBezTo>
                    <a:pt x="19699" y="5410"/>
                    <a:pt x="19699" y="5136"/>
                    <a:pt x="19699" y="4839"/>
                  </a:cubicBezTo>
                  <a:cubicBezTo>
                    <a:pt x="19128" y="3995"/>
                    <a:pt x="18557" y="3127"/>
                    <a:pt x="17987" y="2853"/>
                  </a:cubicBezTo>
                  <a:cubicBezTo>
                    <a:pt x="15978" y="1415"/>
                    <a:pt x="15134" y="1712"/>
                    <a:pt x="13422" y="3127"/>
                  </a:cubicBezTo>
                  <a:cubicBezTo>
                    <a:pt x="12280" y="4269"/>
                    <a:pt x="11710" y="5707"/>
                    <a:pt x="11413" y="7418"/>
                  </a:cubicBezTo>
                  <a:close/>
                  <a:moveTo>
                    <a:pt x="5707" y="15407"/>
                  </a:moveTo>
                  <a:cubicBezTo>
                    <a:pt x="6848" y="14266"/>
                    <a:pt x="7715" y="13399"/>
                    <a:pt x="8857" y="12554"/>
                  </a:cubicBezTo>
                  <a:cubicBezTo>
                    <a:pt x="8857" y="12257"/>
                    <a:pt x="9131" y="11983"/>
                    <a:pt x="9131" y="11687"/>
                  </a:cubicBezTo>
                  <a:lnTo>
                    <a:pt x="9131" y="10272"/>
                  </a:lnTo>
                  <a:cubicBezTo>
                    <a:pt x="9131" y="8834"/>
                    <a:pt x="9427" y="8834"/>
                    <a:pt x="7989" y="8834"/>
                  </a:cubicBezTo>
                  <a:cubicBezTo>
                    <a:pt x="6848" y="8560"/>
                    <a:pt x="5433" y="8560"/>
                    <a:pt x="3995" y="9130"/>
                  </a:cubicBezTo>
                  <a:cubicBezTo>
                    <a:pt x="3150" y="9701"/>
                    <a:pt x="2580" y="10272"/>
                    <a:pt x="2854" y="11116"/>
                  </a:cubicBezTo>
                  <a:cubicBezTo>
                    <a:pt x="2854" y="11687"/>
                    <a:pt x="2854" y="12257"/>
                    <a:pt x="3150" y="12554"/>
                  </a:cubicBezTo>
                  <a:cubicBezTo>
                    <a:pt x="3995" y="13399"/>
                    <a:pt x="4862" y="14540"/>
                    <a:pt x="5707" y="15407"/>
                  </a:cubicBezTo>
                  <a:close/>
                  <a:moveTo>
                    <a:pt x="3995" y="22255"/>
                  </a:moveTo>
                  <a:lnTo>
                    <a:pt x="3995" y="22529"/>
                  </a:lnTo>
                  <a:lnTo>
                    <a:pt x="4862" y="24241"/>
                  </a:lnTo>
                  <a:cubicBezTo>
                    <a:pt x="5136" y="24537"/>
                    <a:pt x="5433" y="24811"/>
                    <a:pt x="6004" y="24537"/>
                  </a:cubicBezTo>
                  <a:lnTo>
                    <a:pt x="6277" y="24811"/>
                  </a:lnTo>
                  <a:cubicBezTo>
                    <a:pt x="6574" y="25108"/>
                    <a:pt x="7145" y="24811"/>
                    <a:pt x="7715" y="24811"/>
                  </a:cubicBezTo>
                  <a:cubicBezTo>
                    <a:pt x="8286" y="24537"/>
                    <a:pt x="8560" y="24241"/>
                    <a:pt x="9131" y="24241"/>
                  </a:cubicBezTo>
                  <a:cubicBezTo>
                    <a:pt x="9701" y="23967"/>
                    <a:pt x="9701" y="23967"/>
                    <a:pt x="9701" y="23396"/>
                  </a:cubicBezTo>
                  <a:cubicBezTo>
                    <a:pt x="9427" y="22255"/>
                    <a:pt x="9131" y="21114"/>
                    <a:pt x="9131" y="19972"/>
                  </a:cubicBezTo>
                  <a:cubicBezTo>
                    <a:pt x="9131" y="19402"/>
                    <a:pt x="8857" y="18831"/>
                    <a:pt x="7989" y="18534"/>
                  </a:cubicBezTo>
                  <a:cubicBezTo>
                    <a:pt x="7715" y="18534"/>
                    <a:pt x="7145" y="18260"/>
                    <a:pt x="6848" y="17964"/>
                  </a:cubicBezTo>
                  <a:cubicBezTo>
                    <a:pt x="6574" y="17690"/>
                    <a:pt x="6277" y="17690"/>
                    <a:pt x="6004" y="18260"/>
                  </a:cubicBezTo>
                  <a:cubicBezTo>
                    <a:pt x="5707" y="18534"/>
                    <a:pt x="5433" y="18831"/>
                    <a:pt x="5433" y="19105"/>
                  </a:cubicBezTo>
                  <a:cubicBezTo>
                    <a:pt x="4566" y="19972"/>
                    <a:pt x="3995" y="20817"/>
                    <a:pt x="3995" y="22255"/>
                  </a:cubicBezTo>
                  <a:close/>
                  <a:moveTo>
                    <a:pt x="20840" y="18534"/>
                  </a:moveTo>
                  <a:cubicBezTo>
                    <a:pt x="20543" y="18831"/>
                    <a:pt x="20269" y="19105"/>
                    <a:pt x="19973" y="19105"/>
                  </a:cubicBezTo>
                  <a:cubicBezTo>
                    <a:pt x="18261" y="20246"/>
                    <a:pt x="16549" y="21387"/>
                    <a:pt x="14563" y="22529"/>
                  </a:cubicBezTo>
                  <a:cubicBezTo>
                    <a:pt x="13125" y="23396"/>
                    <a:pt x="11710" y="23967"/>
                    <a:pt x="10272" y="24537"/>
                  </a:cubicBezTo>
                  <a:cubicBezTo>
                    <a:pt x="9131" y="25108"/>
                    <a:pt x="7989" y="25679"/>
                    <a:pt x="6848" y="25679"/>
                  </a:cubicBezTo>
                  <a:cubicBezTo>
                    <a:pt x="6004" y="25679"/>
                    <a:pt x="5136" y="25679"/>
                    <a:pt x="4566" y="25108"/>
                  </a:cubicBezTo>
                  <a:cubicBezTo>
                    <a:pt x="3424" y="23670"/>
                    <a:pt x="2854" y="22529"/>
                    <a:pt x="3721" y="20817"/>
                  </a:cubicBezTo>
                  <a:cubicBezTo>
                    <a:pt x="4292" y="19402"/>
                    <a:pt x="5136" y="18260"/>
                    <a:pt x="6004" y="17119"/>
                  </a:cubicBezTo>
                  <a:cubicBezTo>
                    <a:pt x="6574" y="16252"/>
                    <a:pt x="7419" y="15407"/>
                    <a:pt x="7989" y="14837"/>
                  </a:cubicBezTo>
                  <a:cubicBezTo>
                    <a:pt x="9701" y="13125"/>
                    <a:pt x="11710" y="11687"/>
                    <a:pt x="13422" y="9975"/>
                  </a:cubicBezTo>
                  <a:lnTo>
                    <a:pt x="12851" y="9975"/>
                  </a:lnTo>
                  <a:cubicBezTo>
                    <a:pt x="11710" y="10545"/>
                    <a:pt x="10842" y="11413"/>
                    <a:pt x="10272" y="11983"/>
                  </a:cubicBezTo>
                  <a:cubicBezTo>
                    <a:pt x="8286" y="13695"/>
                    <a:pt x="6277" y="15681"/>
                    <a:pt x="4862" y="17690"/>
                  </a:cubicBezTo>
                  <a:cubicBezTo>
                    <a:pt x="3995" y="18831"/>
                    <a:pt x="3150" y="19676"/>
                    <a:pt x="2854" y="21114"/>
                  </a:cubicBezTo>
                  <a:cubicBezTo>
                    <a:pt x="2854" y="21958"/>
                    <a:pt x="2580" y="22825"/>
                    <a:pt x="2854" y="23967"/>
                  </a:cubicBezTo>
                  <a:cubicBezTo>
                    <a:pt x="3995" y="26249"/>
                    <a:pt x="5707" y="26820"/>
                    <a:pt x="7989" y="26523"/>
                  </a:cubicBezTo>
                  <a:cubicBezTo>
                    <a:pt x="9131" y="26249"/>
                    <a:pt x="10272" y="25679"/>
                    <a:pt x="11413" y="25108"/>
                  </a:cubicBezTo>
                  <a:lnTo>
                    <a:pt x="11710" y="24811"/>
                  </a:lnTo>
                  <a:cubicBezTo>
                    <a:pt x="11710" y="24241"/>
                    <a:pt x="11984" y="24241"/>
                    <a:pt x="11984" y="24537"/>
                  </a:cubicBezTo>
                  <a:cubicBezTo>
                    <a:pt x="12280" y="24811"/>
                    <a:pt x="12554" y="24537"/>
                    <a:pt x="12851" y="24537"/>
                  </a:cubicBezTo>
                  <a:cubicBezTo>
                    <a:pt x="13125" y="24241"/>
                    <a:pt x="13422" y="24241"/>
                    <a:pt x="13992" y="23967"/>
                  </a:cubicBezTo>
                  <a:cubicBezTo>
                    <a:pt x="15978" y="22825"/>
                    <a:pt x="17987" y="21387"/>
                    <a:pt x="19973" y="20246"/>
                  </a:cubicBezTo>
                  <a:cubicBezTo>
                    <a:pt x="20543" y="19676"/>
                    <a:pt x="21114" y="19402"/>
                    <a:pt x="20840" y="18534"/>
                  </a:cubicBezTo>
                  <a:close/>
                  <a:moveTo>
                    <a:pt x="22255" y="6277"/>
                  </a:moveTo>
                  <a:lnTo>
                    <a:pt x="22255" y="6551"/>
                  </a:lnTo>
                  <a:cubicBezTo>
                    <a:pt x="22255" y="8263"/>
                    <a:pt x="22552" y="9975"/>
                    <a:pt x="22826" y="11687"/>
                  </a:cubicBezTo>
                  <a:cubicBezTo>
                    <a:pt x="22826" y="11983"/>
                    <a:pt x="23122" y="11983"/>
                    <a:pt x="23122" y="12257"/>
                  </a:cubicBezTo>
                  <a:lnTo>
                    <a:pt x="24834" y="13125"/>
                  </a:lnTo>
                  <a:cubicBezTo>
                    <a:pt x="25108" y="13399"/>
                    <a:pt x="25108" y="13399"/>
                    <a:pt x="25405" y="13125"/>
                  </a:cubicBezTo>
                  <a:cubicBezTo>
                    <a:pt x="26250" y="11687"/>
                    <a:pt x="26820" y="10272"/>
                    <a:pt x="26546" y="8560"/>
                  </a:cubicBezTo>
                  <a:cubicBezTo>
                    <a:pt x="26546" y="7692"/>
                    <a:pt x="25976" y="7122"/>
                    <a:pt x="25405" y="6551"/>
                  </a:cubicBezTo>
                  <a:cubicBezTo>
                    <a:pt x="24264" y="6277"/>
                    <a:pt x="23122" y="6277"/>
                    <a:pt x="22255" y="6277"/>
                  </a:cubicBezTo>
                  <a:close/>
                  <a:moveTo>
                    <a:pt x="20840" y="12554"/>
                  </a:moveTo>
                  <a:lnTo>
                    <a:pt x="21114" y="12554"/>
                  </a:lnTo>
                  <a:cubicBezTo>
                    <a:pt x="20840" y="12257"/>
                    <a:pt x="20840" y="11983"/>
                    <a:pt x="20543" y="11983"/>
                  </a:cubicBezTo>
                  <a:cubicBezTo>
                    <a:pt x="19128" y="11116"/>
                    <a:pt x="17987" y="10272"/>
                    <a:pt x="16549" y="9701"/>
                  </a:cubicBezTo>
                  <a:cubicBezTo>
                    <a:pt x="14266" y="8560"/>
                    <a:pt x="11710" y="7989"/>
                    <a:pt x="9131" y="7418"/>
                  </a:cubicBezTo>
                  <a:cubicBezTo>
                    <a:pt x="7419" y="7122"/>
                    <a:pt x="5707" y="6848"/>
                    <a:pt x="3995" y="7418"/>
                  </a:cubicBezTo>
                  <a:cubicBezTo>
                    <a:pt x="3150" y="7692"/>
                    <a:pt x="2283" y="7989"/>
                    <a:pt x="1712" y="8834"/>
                  </a:cubicBezTo>
                  <a:cubicBezTo>
                    <a:pt x="1142" y="9701"/>
                    <a:pt x="868" y="11116"/>
                    <a:pt x="1438" y="12257"/>
                  </a:cubicBezTo>
                  <a:cubicBezTo>
                    <a:pt x="2283" y="13695"/>
                    <a:pt x="3424" y="15111"/>
                    <a:pt x="5136" y="16252"/>
                  </a:cubicBezTo>
                  <a:cubicBezTo>
                    <a:pt x="5136" y="16252"/>
                    <a:pt x="5136" y="15978"/>
                    <a:pt x="5433" y="15978"/>
                  </a:cubicBezTo>
                  <a:cubicBezTo>
                    <a:pt x="5136" y="15681"/>
                    <a:pt x="5136" y="15681"/>
                    <a:pt x="4862" y="15681"/>
                  </a:cubicBezTo>
                  <a:cubicBezTo>
                    <a:pt x="3721" y="14540"/>
                    <a:pt x="2580" y="13399"/>
                    <a:pt x="2009" y="11687"/>
                  </a:cubicBezTo>
                  <a:cubicBezTo>
                    <a:pt x="1712" y="10545"/>
                    <a:pt x="2580" y="9130"/>
                    <a:pt x="3721" y="8560"/>
                  </a:cubicBezTo>
                  <a:cubicBezTo>
                    <a:pt x="4862" y="7989"/>
                    <a:pt x="6277" y="7989"/>
                    <a:pt x="7715" y="7989"/>
                  </a:cubicBezTo>
                  <a:cubicBezTo>
                    <a:pt x="11139" y="8263"/>
                    <a:pt x="14266" y="9701"/>
                    <a:pt x="17119" y="10842"/>
                  </a:cubicBezTo>
                  <a:cubicBezTo>
                    <a:pt x="18557" y="11413"/>
                    <a:pt x="19699" y="11983"/>
                    <a:pt x="20840" y="12554"/>
                  </a:cubicBezTo>
                  <a:close/>
                  <a:moveTo>
                    <a:pt x="25405" y="16252"/>
                  </a:moveTo>
                  <a:cubicBezTo>
                    <a:pt x="24538" y="16822"/>
                    <a:pt x="23967" y="17690"/>
                    <a:pt x="23396" y="18260"/>
                  </a:cubicBezTo>
                  <a:cubicBezTo>
                    <a:pt x="23122" y="18260"/>
                    <a:pt x="22826" y="18534"/>
                    <a:pt x="22826" y="18831"/>
                  </a:cubicBezTo>
                  <a:cubicBezTo>
                    <a:pt x="22826" y="19676"/>
                    <a:pt x="22552" y="20543"/>
                    <a:pt x="22552" y="21684"/>
                  </a:cubicBezTo>
                  <a:cubicBezTo>
                    <a:pt x="23693" y="21958"/>
                    <a:pt x="24834" y="21958"/>
                    <a:pt x="25976" y="21387"/>
                  </a:cubicBezTo>
                  <a:cubicBezTo>
                    <a:pt x="26820" y="21114"/>
                    <a:pt x="27391" y="19402"/>
                    <a:pt x="27117" y="18534"/>
                  </a:cubicBezTo>
                  <a:cubicBezTo>
                    <a:pt x="26820" y="17690"/>
                    <a:pt x="26250" y="16822"/>
                    <a:pt x="25405" y="16252"/>
                  </a:cubicBezTo>
                  <a:close/>
                  <a:moveTo>
                    <a:pt x="22552" y="22529"/>
                  </a:moveTo>
                  <a:cubicBezTo>
                    <a:pt x="22255" y="23099"/>
                    <a:pt x="22255" y="23099"/>
                    <a:pt x="23122" y="23396"/>
                  </a:cubicBezTo>
                  <a:cubicBezTo>
                    <a:pt x="24264" y="23396"/>
                    <a:pt x="25405" y="23396"/>
                    <a:pt x="26546" y="22825"/>
                  </a:cubicBezTo>
                  <a:cubicBezTo>
                    <a:pt x="27391" y="22529"/>
                    <a:pt x="28258" y="21958"/>
                    <a:pt x="28532" y="21114"/>
                  </a:cubicBezTo>
                  <a:cubicBezTo>
                    <a:pt x="28829" y="19402"/>
                    <a:pt x="28532" y="17964"/>
                    <a:pt x="27688" y="16549"/>
                  </a:cubicBezTo>
                  <a:cubicBezTo>
                    <a:pt x="26820" y="15407"/>
                    <a:pt x="25405" y="14266"/>
                    <a:pt x="24264" y="13399"/>
                  </a:cubicBezTo>
                  <a:cubicBezTo>
                    <a:pt x="23693" y="13125"/>
                    <a:pt x="23396" y="13125"/>
                    <a:pt x="23122" y="12828"/>
                  </a:cubicBezTo>
                  <a:lnTo>
                    <a:pt x="22826" y="12828"/>
                  </a:lnTo>
                  <a:cubicBezTo>
                    <a:pt x="23122" y="13125"/>
                    <a:pt x="23122" y="13695"/>
                    <a:pt x="23396" y="13969"/>
                  </a:cubicBezTo>
                  <a:cubicBezTo>
                    <a:pt x="24264" y="14540"/>
                    <a:pt x="25405" y="15407"/>
                    <a:pt x="26250" y="16252"/>
                  </a:cubicBezTo>
                  <a:cubicBezTo>
                    <a:pt x="27117" y="17119"/>
                    <a:pt x="27961" y="17964"/>
                    <a:pt x="27688" y="19676"/>
                  </a:cubicBezTo>
                  <a:cubicBezTo>
                    <a:pt x="27391" y="21114"/>
                    <a:pt x="26546" y="22255"/>
                    <a:pt x="25108" y="22529"/>
                  </a:cubicBezTo>
                  <a:close/>
                  <a:moveTo>
                    <a:pt x="21981" y="5136"/>
                  </a:moveTo>
                  <a:cubicBezTo>
                    <a:pt x="21981" y="5410"/>
                    <a:pt x="21684" y="5980"/>
                    <a:pt x="22255" y="5980"/>
                  </a:cubicBezTo>
                  <a:cubicBezTo>
                    <a:pt x="22826" y="5707"/>
                    <a:pt x="23693" y="5707"/>
                    <a:pt x="24264" y="5707"/>
                  </a:cubicBezTo>
                  <a:cubicBezTo>
                    <a:pt x="25405" y="5707"/>
                    <a:pt x="26250" y="6277"/>
                    <a:pt x="26820" y="7122"/>
                  </a:cubicBezTo>
                  <a:cubicBezTo>
                    <a:pt x="27688" y="7989"/>
                    <a:pt x="27391" y="9130"/>
                    <a:pt x="27391" y="10272"/>
                  </a:cubicBezTo>
                  <a:cubicBezTo>
                    <a:pt x="27117" y="11413"/>
                    <a:pt x="26546" y="12828"/>
                    <a:pt x="25679" y="13695"/>
                  </a:cubicBezTo>
                  <a:cubicBezTo>
                    <a:pt x="25976" y="13969"/>
                    <a:pt x="26250" y="13969"/>
                    <a:pt x="26546" y="14266"/>
                  </a:cubicBezTo>
                  <a:cubicBezTo>
                    <a:pt x="26546" y="13695"/>
                    <a:pt x="26820" y="13399"/>
                    <a:pt x="27117" y="12828"/>
                  </a:cubicBezTo>
                  <a:cubicBezTo>
                    <a:pt x="27961" y="11413"/>
                    <a:pt x="28532" y="9701"/>
                    <a:pt x="27961" y="7989"/>
                  </a:cubicBezTo>
                  <a:cubicBezTo>
                    <a:pt x="27688" y="6277"/>
                    <a:pt x="26820" y="5410"/>
                    <a:pt x="25405" y="5136"/>
                  </a:cubicBezTo>
                  <a:cubicBezTo>
                    <a:pt x="24264" y="4565"/>
                    <a:pt x="23122" y="4839"/>
                    <a:pt x="21981" y="5136"/>
                  </a:cubicBezTo>
                  <a:close/>
                  <a:moveTo>
                    <a:pt x="16275" y="8834"/>
                  </a:moveTo>
                  <a:cubicBezTo>
                    <a:pt x="17987" y="9701"/>
                    <a:pt x="19402" y="10545"/>
                    <a:pt x="20840" y="11116"/>
                  </a:cubicBezTo>
                  <a:lnTo>
                    <a:pt x="20840" y="11116"/>
                  </a:lnTo>
                  <a:cubicBezTo>
                    <a:pt x="20543" y="9701"/>
                    <a:pt x="20543" y="8560"/>
                    <a:pt x="20269" y="7418"/>
                  </a:cubicBezTo>
                  <a:cubicBezTo>
                    <a:pt x="20269" y="6848"/>
                    <a:pt x="19973" y="7122"/>
                    <a:pt x="19699" y="7122"/>
                  </a:cubicBezTo>
                  <a:close/>
                  <a:moveTo>
                    <a:pt x="15134" y="21387"/>
                  </a:moveTo>
                  <a:cubicBezTo>
                    <a:pt x="13696" y="20817"/>
                    <a:pt x="12280" y="20543"/>
                    <a:pt x="10842" y="19972"/>
                  </a:cubicBezTo>
                  <a:cubicBezTo>
                    <a:pt x="11139" y="21114"/>
                    <a:pt x="11413" y="21958"/>
                    <a:pt x="11413" y="23396"/>
                  </a:cubicBezTo>
                  <a:cubicBezTo>
                    <a:pt x="12851" y="22529"/>
                    <a:pt x="13992" y="21958"/>
                    <a:pt x="15134" y="21387"/>
                  </a:cubicBezTo>
                  <a:close/>
                  <a:moveTo>
                    <a:pt x="16549" y="20817"/>
                  </a:moveTo>
                  <a:lnTo>
                    <a:pt x="16549" y="20543"/>
                  </a:lnTo>
                  <a:cubicBezTo>
                    <a:pt x="15704" y="20246"/>
                    <a:pt x="15134" y="20246"/>
                    <a:pt x="14266" y="19972"/>
                  </a:cubicBezTo>
                  <a:cubicBezTo>
                    <a:pt x="11984" y="19105"/>
                    <a:pt x="9701" y="18260"/>
                    <a:pt x="7419" y="17119"/>
                  </a:cubicBezTo>
                  <a:cubicBezTo>
                    <a:pt x="7145" y="16822"/>
                    <a:pt x="7145" y="16822"/>
                    <a:pt x="6848" y="17119"/>
                  </a:cubicBezTo>
                  <a:lnTo>
                    <a:pt x="6848" y="17393"/>
                  </a:lnTo>
                  <a:cubicBezTo>
                    <a:pt x="8560" y="17964"/>
                    <a:pt x="9998" y="18831"/>
                    <a:pt x="11413" y="19402"/>
                  </a:cubicBezTo>
                  <a:cubicBezTo>
                    <a:pt x="12851" y="19972"/>
                    <a:pt x="14266" y="20246"/>
                    <a:pt x="15704" y="20817"/>
                  </a:cubicBezTo>
                  <a:close/>
                  <a:moveTo>
                    <a:pt x="14837" y="8263"/>
                  </a:moveTo>
                  <a:cubicBezTo>
                    <a:pt x="15408" y="8560"/>
                    <a:pt x="15704" y="8834"/>
                    <a:pt x="16275" y="8263"/>
                  </a:cubicBezTo>
                  <a:cubicBezTo>
                    <a:pt x="16275" y="8263"/>
                    <a:pt x="16549" y="8263"/>
                    <a:pt x="16846" y="7989"/>
                  </a:cubicBezTo>
                  <a:cubicBezTo>
                    <a:pt x="17690" y="7418"/>
                    <a:pt x="18831" y="6848"/>
                    <a:pt x="19973" y="6277"/>
                  </a:cubicBezTo>
                  <a:cubicBezTo>
                    <a:pt x="19973" y="6277"/>
                    <a:pt x="19973" y="5980"/>
                    <a:pt x="19699" y="5707"/>
                  </a:cubicBezTo>
                  <a:cubicBezTo>
                    <a:pt x="17987" y="6551"/>
                    <a:pt x="16549" y="7418"/>
                    <a:pt x="14837" y="8263"/>
                  </a:cubicBezTo>
                  <a:close/>
                  <a:moveTo>
                    <a:pt x="10842" y="23396"/>
                  </a:moveTo>
                  <a:cubicBezTo>
                    <a:pt x="10842" y="22255"/>
                    <a:pt x="10569" y="21114"/>
                    <a:pt x="10272" y="19972"/>
                  </a:cubicBezTo>
                  <a:cubicBezTo>
                    <a:pt x="10272" y="19676"/>
                    <a:pt x="9998" y="19402"/>
                    <a:pt x="9701" y="19402"/>
                  </a:cubicBezTo>
                  <a:cubicBezTo>
                    <a:pt x="9701" y="20817"/>
                    <a:pt x="9998" y="22255"/>
                    <a:pt x="10272" y="23670"/>
                  </a:cubicBezTo>
                  <a:cubicBezTo>
                    <a:pt x="10569" y="23670"/>
                    <a:pt x="10842" y="23396"/>
                    <a:pt x="10842" y="23396"/>
                  </a:cubicBezTo>
                  <a:close/>
                  <a:moveTo>
                    <a:pt x="9998" y="13969"/>
                  </a:moveTo>
                  <a:cubicBezTo>
                    <a:pt x="9427" y="14266"/>
                    <a:pt x="9427" y="14266"/>
                    <a:pt x="9427" y="14837"/>
                  </a:cubicBezTo>
                  <a:cubicBezTo>
                    <a:pt x="9427" y="15407"/>
                    <a:pt x="9701" y="16252"/>
                    <a:pt x="9701" y="16822"/>
                  </a:cubicBezTo>
                  <a:cubicBezTo>
                    <a:pt x="9701" y="17393"/>
                    <a:pt x="9998" y="17690"/>
                    <a:pt x="10272" y="17690"/>
                  </a:cubicBezTo>
                  <a:cubicBezTo>
                    <a:pt x="10272" y="16549"/>
                    <a:pt x="10272" y="15407"/>
                    <a:pt x="9998" y="13969"/>
                  </a:cubicBezTo>
                  <a:close/>
                  <a:moveTo>
                    <a:pt x="7419" y="16252"/>
                  </a:moveTo>
                  <a:cubicBezTo>
                    <a:pt x="7989" y="16549"/>
                    <a:pt x="8560" y="16822"/>
                    <a:pt x="8857" y="17119"/>
                  </a:cubicBezTo>
                  <a:lnTo>
                    <a:pt x="8857" y="14837"/>
                  </a:lnTo>
                  <a:cubicBezTo>
                    <a:pt x="8560" y="15407"/>
                    <a:pt x="7989" y="15681"/>
                    <a:pt x="7419" y="16252"/>
                  </a:cubicBezTo>
                  <a:close/>
                  <a:moveTo>
                    <a:pt x="24264" y="15111"/>
                  </a:moveTo>
                  <a:cubicBezTo>
                    <a:pt x="23693" y="15978"/>
                    <a:pt x="22826" y="16549"/>
                    <a:pt x="23122" y="17690"/>
                  </a:cubicBezTo>
                  <a:cubicBezTo>
                    <a:pt x="23693" y="17119"/>
                    <a:pt x="24264" y="16549"/>
                    <a:pt x="24834" y="15681"/>
                  </a:cubicBezTo>
                  <a:cubicBezTo>
                    <a:pt x="24538" y="15681"/>
                    <a:pt x="24538" y="15407"/>
                    <a:pt x="24264" y="15111"/>
                  </a:cubicBezTo>
                  <a:close/>
                  <a:moveTo>
                    <a:pt x="18557" y="21958"/>
                  </a:moveTo>
                  <a:cubicBezTo>
                    <a:pt x="19128" y="22255"/>
                    <a:pt x="19402" y="22255"/>
                    <a:pt x="19973" y="22255"/>
                  </a:cubicBezTo>
                  <a:cubicBezTo>
                    <a:pt x="20269" y="22529"/>
                    <a:pt x="20543" y="22529"/>
                    <a:pt x="20543" y="22255"/>
                  </a:cubicBezTo>
                  <a:cubicBezTo>
                    <a:pt x="20543" y="21958"/>
                    <a:pt x="20543" y="21684"/>
                    <a:pt x="20269" y="21387"/>
                  </a:cubicBezTo>
                  <a:cubicBezTo>
                    <a:pt x="19402" y="21114"/>
                    <a:pt x="18831" y="21387"/>
                    <a:pt x="18557" y="21958"/>
                  </a:cubicBezTo>
                  <a:close/>
                  <a:moveTo>
                    <a:pt x="9701" y="11413"/>
                  </a:moveTo>
                  <a:lnTo>
                    <a:pt x="9998" y="11413"/>
                  </a:lnTo>
                  <a:cubicBezTo>
                    <a:pt x="9998" y="11413"/>
                    <a:pt x="9998" y="11116"/>
                    <a:pt x="10272" y="11116"/>
                  </a:cubicBezTo>
                  <a:lnTo>
                    <a:pt x="10272" y="9404"/>
                  </a:lnTo>
                  <a:lnTo>
                    <a:pt x="9998" y="9130"/>
                  </a:lnTo>
                  <a:lnTo>
                    <a:pt x="9701" y="9130"/>
                  </a:lnTo>
                  <a:close/>
                  <a:moveTo>
                    <a:pt x="10842" y="10842"/>
                  </a:moveTo>
                  <a:cubicBezTo>
                    <a:pt x="11413" y="10272"/>
                    <a:pt x="11710" y="9975"/>
                    <a:pt x="12280" y="9701"/>
                  </a:cubicBezTo>
                  <a:cubicBezTo>
                    <a:pt x="11710" y="9404"/>
                    <a:pt x="11413" y="9404"/>
                    <a:pt x="10842" y="9404"/>
                  </a:cubicBezTo>
                  <a:close/>
                  <a:moveTo>
                    <a:pt x="23122" y="14266"/>
                  </a:moveTo>
                  <a:lnTo>
                    <a:pt x="23122" y="15407"/>
                  </a:lnTo>
                  <a:lnTo>
                    <a:pt x="23693" y="14837"/>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7"/>
            <p:cNvSpPr/>
            <p:nvPr/>
          </p:nvSpPr>
          <p:spPr>
            <a:xfrm>
              <a:off x="7498429" y="1737932"/>
              <a:ext cx="190050" cy="185484"/>
            </a:xfrm>
            <a:custGeom>
              <a:avLst/>
              <a:gdLst/>
              <a:ahLst/>
              <a:cxnLst/>
              <a:rect l="l" t="t" r="r" b="b"/>
              <a:pathLst>
                <a:path w="3996" h="3900" extrusionOk="0">
                  <a:moveTo>
                    <a:pt x="1754" y="1"/>
                  </a:moveTo>
                  <a:cubicBezTo>
                    <a:pt x="1408" y="1"/>
                    <a:pt x="1079" y="67"/>
                    <a:pt x="845" y="179"/>
                  </a:cubicBezTo>
                  <a:cubicBezTo>
                    <a:pt x="571" y="476"/>
                    <a:pt x="275" y="750"/>
                    <a:pt x="1" y="1321"/>
                  </a:cubicBezTo>
                  <a:lnTo>
                    <a:pt x="1" y="2188"/>
                  </a:lnTo>
                  <a:cubicBezTo>
                    <a:pt x="1" y="2462"/>
                    <a:pt x="1" y="2759"/>
                    <a:pt x="275" y="3032"/>
                  </a:cubicBezTo>
                  <a:cubicBezTo>
                    <a:pt x="571" y="3329"/>
                    <a:pt x="1142" y="3900"/>
                    <a:pt x="1713" y="3900"/>
                  </a:cubicBezTo>
                  <a:cubicBezTo>
                    <a:pt x="2283" y="3900"/>
                    <a:pt x="2557" y="3603"/>
                    <a:pt x="3128" y="3329"/>
                  </a:cubicBezTo>
                  <a:cubicBezTo>
                    <a:pt x="3425" y="3329"/>
                    <a:pt x="3425" y="3032"/>
                    <a:pt x="3698" y="2462"/>
                  </a:cubicBezTo>
                  <a:cubicBezTo>
                    <a:pt x="3995" y="1891"/>
                    <a:pt x="3698" y="750"/>
                    <a:pt x="3128" y="476"/>
                  </a:cubicBezTo>
                  <a:cubicBezTo>
                    <a:pt x="2791" y="139"/>
                    <a:pt x="2254" y="1"/>
                    <a:pt x="1754" y="1"/>
                  </a:cubicBezTo>
                  <a:close/>
                </a:path>
              </a:pathLst>
            </a:custGeom>
            <a:solidFill>
              <a:srgbClr val="B59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7"/>
            <p:cNvSpPr/>
            <p:nvPr/>
          </p:nvSpPr>
          <p:spPr>
            <a:xfrm>
              <a:off x="7471320" y="1719288"/>
              <a:ext cx="230190" cy="217159"/>
            </a:xfrm>
            <a:custGeom>
              <a:avLst/>
              <a:gdLst/>
              <a:ahLst/>
              <a:cxnLst/>
              <a:rect l="l" t="t" r="r" b="b"/>
              <a:pathLst>
                <a:path w="4840" h="4566" extrusionOk="0">
                  <a:moveTo>
                    <a:pt x="4565" y="2009"/>
                  </a:moveTo>
                  <a:cubicBezTo>
                    <a:pt x="4839" y="3151"/>
                    <a:pt x="3698" y="4566"/>
                    <a:pt x="2557" y="4566"/>
                  </a:cubicBezTo>
                  <a:cubicBezTo>
                    <a:pt x="1415" y="4566"/>
                    <a:pt x="274" y="3721"/>
                    <a:pt x="0" y="2580"/>
                  </a:cubicBezTo>
                  <a:cubicBezTo>
                    <a:pt x="0" y="1142"/>
                    <a:pt x="1141" y="1"/>
                    <a:pt x="2557" y="1"/>
                  </a:cubicBezTo>
                  <a:cubicBezTo>
                    <a:pt x="3698" y="1"/>
                    <a:pt x="4565" y="868"/>
                    <a:pt x="4565" y="2009"/>
                  </a:cubicBezTo>
                  <a:close/>
                  <a:moveTo>
                    <a:pt x="2557" y="571"/>
                  </a:moveTo>
                  <a:cubicBezTo>
                    <a:pt x="1415" y="571"/>
                    <a:pt x="845" y="1439"/>
                    <a:pt x="845" y="2580"/>
                  </a:cubicBezTo>
                  <a:cubicBezTo>
                    <a:pt x="845" y="3424"/>
                    <a:pt x="1712" y="3995"/>
                    <a:pt x="2557" y="3995"/>
                  </a:cubicBezTo>
                  <a:cubicBezTo>
                    <a:pt x="3698" y="3995"/>
                    <a:pt x="4268" y="2854"/>
                    <a:pt x="4268" y="2009"/>
                  </a:cubicBezTo>
                  <a:cubicBezTo>
                    <a:pt x="4268" y="1142"/>
                    <a:pt x="3424" y="571"/>
                    <a:pt x="2557" y="57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Rectangle 5"/>
          <p:cNvSpPr/>
          <p:nvPr/>
        </p:nvSpPr>
        <p:spPr>
          <a:xfrm>
            <a:off x="462799" y="3035707"/>
            <a:ext cx="5801994" cy="158153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573613" y="3126786"/>
            <a:ext cx="1537600" cy="369332"/>
          </a:xfrm>
          <a:prstGeom prst="rect">
            <a:avLst/>
          </a:prstGeom>
          <a:noFill/>
        </p:spPr>
        <p:txBody>
          <a:bodyPr wrap="none" rtlCol="0">
            <a:spAutoFit/>
          </a:bodyPr>
          <a:lstStyle/>
          <a:p>
            <a:r>
              <a:rPr lang="en-US" sz="1800" dirty="0" smtClean="0">
                <a:latin typeface="Gochi Hand" panose="020B0604020202020204" charset="0"/>
              </a:rPr>
              <a:t>Submitted By,</a:t>
            </a:r>
            <a:endParaRPr lang="en-US" sz="1800" dirty="0">
              <a:latin typeface="Gochi Hand" panose="020B0604020202020204" charset="0"/>
            </a:endParaRPr>
          </a:p>
        </p:txBody>
      </p:sp>
      <p:sp>
        <p:nvSpPr>
          <p:cNvPr id="59" name="TextBox 58"/>
          <p:cNvSpPr txBox="1"/>
          <p:nvPr/>
        </p:nvSpPr>
        <p:spPr>
          <a:xfrm>
            <a:off x="3689738" y="3117192"/>
            <a:ext cx="1513556" cy="369332"/>
          </a:xfrm>
          <a:prstGeom prst="rect">
            <a:avLst/>
          </a:prstGeom>
          <a:noFill/>
        </p:spPr>
        <p:txBody>
          <a:bodyPr wrap="none" rtlCol="0">
            <a:spAutoFit/>
          </a:bodyPr>
          <a:lstStyle/>
          <a:p>
            <a:r>
              <a:rPr lang="en-US" sz="1800" dirty="0" smtClean="0">
                <a:latin typeface="Gochi Hand" panose="020B0604020202020204" charset="0"/>
              </a:rPr>
              <a:t>Submitted To,</a:t>
            </a:r>
            <a:endParaRPr lang="en-US" sz="1800" dirty="0">
              <a:latin typeface="Gochi Hand" panose="020B0604020202020204" charset="0"/>
            </a:endParaRPr>
          </a:p>
        </p:txBody>
      </p:sp>
      <p:grpSp>
        <p:nvGrpSpPr>
          <p:cNvPr id="13" name="Group 12"/>
          <p:cNvGrpSpPr/>
          <p:nvPr/>
        </p:nvGrpSpPr>
        <p:grpSpPr>
          <a:xfrm>
            <a:off x="573613" y="3515135"/>
            <a:ext cx="2504212" cy="902530"/>
            <a:chOff x="573613" y="3515135"/>
            <a:chExt cx="2504212" cy="902530"/>
          </a:xfrm>
        </p:grpSpPr>
        <p:sp>
          <p:nvSpPr>
            <p:cNvPr id="60" name="TextBox 59"/>
            <p:cNvSpPr txBox="1"/>
            <p:nvPr/>
          </p:nvSpPr>
          <p:spPr>
            <a:xfrm>
              <a:off x="573613" y="3515135"/>
              <a:ext cx="2185214" cy="276999"/>
            </a:xfrm>
            <a:prstGeom prst="rect">
              <a:avLst/>
            </a:prstGeom>
            <a:noFill/>
          </p:spPr>
          <p:txBody>
            <a:bodyPr wrap="none" rtlCol="0">
              <a:spAutoFit/>
            </a:bodyPr>
            <a:lstStyle/>
            <a:p>
              <a:r>
                <a:rPr lang="en-US" sz="1200" dirty="0" smtClean="0">
                  <a:latin typeface="Gochi Hand" panose="020B0604020202020204" charset="0"/>
                </a:rPr>
                <a:t>1. Khondokar Saim - 221902353</a:t>
              </a:r>
              <a:endParaRPr lang="en-US" sz="1200" dirty="0">
                <a:latin typeface="Gochi Hand" panose="020B0604020202020204" charset="0"/>
              </a:endParaRPr>
            </a:p>
          </p:txBody>
        </p:sp>
        <p:sp>
          <p:nvSpPr>
            <p:cNvPr id="61" name="TextBox 60"/>
            <p:cNvSpPr txBox="1"/>
            <p:nvPr/>
          </p:nvSpPr>
          <p:spPr>
            <a:xfrm>
              <a:off x="573613" y="3817897"/>
              <a:ext cx="2451312" cy="276999"/>
            </a:xfrm>
            <a:prstGeom prst="rect">
              <a:avLst/>
            </a:prstGeom>
            <a:noFill/>
          </p:spPr>
          <p:txBody>
            <a:bodyPr wrap="none" rtlCol="0">
              <a:spAutoFit/>
            </a:bodyPr>
            <a:lstStyle/>
            <a:p>
              <a:r>
                <a:rPr lang="en-US" sz="1200" dirty="0" smtClean="0">
                  <a:latin typeface="Gochi Hand" panose="020B0604020202020204" charset="0"/>
                </a:rPr>
                <a:t>2. </a:t>
              </a:r>
              <a:r>
                <a:rPr lang="en-US" sz="1200" dirty="0" err="1" smtClean="0">
                  <a:latin typeface="Gochi Hand" panose="020B0604020202020204" charset="0"/>
                </a:rPr>
                <a:t>Hasnat</a:t>
              </a:r>
              <a:r>
                <a:rPr lang="en-US" sz="1200" dirty="0" smtClean="0">
                  <a:latin typeface="Gochi Hand" panose="020B0604020202020204" charset="0"/>
                </a:rPr>
                <a:t> </a:t>
              </a:r>
              <a:r>
                <a:rPr lang="en-US" sz="1200" dirty="0" err="1">
                  <a:latin typeface="Gochi Hand" panose="020B0604020202020204" charset="0"/>
                </a:rPr>
                <a:t>Zamil</a:t>
              </a:r>
              <a:r>
                <a:rPr lang="en-US" sz="1200" dirty="0">
                  <a:latin typeface="Gochi Hand" panose="020B0604020202020204" charset="0"/>
                </a:rPr>
                <a:t> </a:t>
              </a:r>
              <a:r>
                <a:rPr lang="en-US" sz="1200" dirty="0" err="1">
                  <a:latin typeface="Gochi Hand" panose="020B0604020202020204" charset="0"/>
                </a:rPr>
                <a:t>Sayad</a:t>
              </a:r>
              <a:r>
                <a:rPr lang="en-US" sz="1200" dirty="0">
                  <a:latin typeface="Gochi Hand" panose="020B0604020202020204" charset="0"/>
                </a:rPr>
                <a:t> - 221902001</a:t>
              </a:r>
            </a:p>
          </p:txBody>
        </p:sp>
        <p:sp>
          <p:nvSpPr>
            <p:cNvPr id="68" name="TextBox 67"/>
            <p:cNvSpPr txBox="1"/>
            <p:nvPr/>
          </p:nvSpPr>
          <p:spPr>
            <a:xfrm>
              <a:off x="573613" y="4140666"/>
              <a:ext cx="2504212" cy="276999"/>
            </a:xfrm>
            <a:prstGeom prst="rect">
              <a:avLst/>
            </a:prstGeom>
            <a:noFill/>
          </p:spPr>
          <p:txBody>
            <a:bodyPr wrap="none" rtlCol="0">
              <a:spAutoFit/>
            </a:bodyPr>
            <a:lstStyle/>
            <a:p>
              <a:r>
                <a:rPr lang="en-US" sz="1200" dirty="0" smtClean="0">
                  <a:latin typeface="Gochi Hand" panose="020B0604020202020204" charset="0"/>
                </a:rPr>
                <a:t>3. </a:t>
              </a:r>
              <a:r>
                <a:rPr lang="en-US" sz="1200" dirty="0" err="1" smtClean="0">
                  <a:latin typeface="Gochi Hand" panose="020B0604020202020204" charset="0"/>
                </a:rPr>
                <a:t>Ashiful</a:t>
              </a:r>
              <a:r>
                <a:rPr lang="en-US" sz="1200" dirty="0" smtClean="0">
                  <a:latin typeface="Gochi Hand" panose="020B0604020202020204" charset="0"/>
                </a:rPr>
                <a:t> </a:t>
              </a:r>
              <a:r>
                <a:rPr lang="en-US" sz="1200" dirty="0" err="1">
                  <a:latin typeface="Gochi Hand" panose="020B0604020202020204" charset="0"/>
                </a:rPr>
                <a:t>Haque</a:t>
              </a:r>
              <a:r>
                <a:rPr lang="en-US" sz="1200" dirty="0">
                  <a:latin typeface="Gochi Hand" panose="020B0604020202020204" charset="0"/>
                </a:rPr>
                <a:t> </a:t>
              </a:r>
              <a:r>
                <a:rPr lang="en-US" sz="1200" dirty="0" err="1" smtClean="0">
                  <a:latin typeface="Gochi Hand" panose="020B0604020202020204" charset="0"/>
                </a:rPr>
                <a:t>Shihab</a:t>
              </a:r>
              <a:r>
                <a:rPr lang="en-US" sz="1200" dirty="0" smtClean="0">
                  <a:latin typeface="Gochi Hand" panose="020B0604020202020204" charset="0"/>
                </a:rPr>
                <a:t> - </a:t>
              </a:r>
              <a:r>
                <a:rPr lang="en-US" sz="1200" dirty="0">
                  <a:latin typeface="Gochi Hand" panose="020B0604020202020204" charset="0"/>
                </a:rPr>
                <a:t>221902329</a:t>
              </a:r>
            </a:p>
          </p:txBody>
        </p:sp>
      </p:grpSp>
      <p:grpSp>
        <p:nvGrpSpPr>
          <p:cNvPr id="14" name="Group 13"/>
          <p:cNvGrpSpPr/>
          <p:nvPr/>
        </p:nvGrpSpPr>
        <p:grpSpPr>
          <a:xfrm>
            <a:off x="3583847" y="3518719"/>
            <a:ext cx="3347388" cy="719269"/>
            <a:chOff x="3691212" y="3470303"/>
            <a:chExt cx="3347388" cy="719269"/>
          </a:xfrm>
        </p:grpSpPr>
        <p:sp>
          <p:nvSpPr>
            <p:cNvPr id="75" name="TextBox 74"/>
            <p:cNvSpPr txBox="1"/>
            <p:nvPr/>
          </p:nvSpPr>
          <p:spPr>
            <a:xfrm>
              <a:off x="3749084" y="3470303"/>
              <a:ext cx="3289516" cy="276999"/>
            </a:xfrm>
            <a:prstGeom prst="rect">
              <a:avLst/>
            </a:prstGeom>
            <a:noFill/>
          </p:spPr>
          <p:txBody>
            <a:bodyPr wrap="square" rtlCol="0">
              <a:spAutoFit/>
            </a:bodyPr>
            <a:lstStyle/>
            <a:p>
              <a:r>
                <a:rPr lang="en-US" sz="1200" dirty="0">
                  <a:latin typeface="Gochi Hand" panose="020B0604020202020204" charset="0"/>
                </a:rPr>
                <a:t>Dr. A.A. Mohammad </a:t>
              </a:r>
              <a:r>
                <a:rPr lang="en-US" sz="1200" dirty="0" err="1" smtClean="0">
                  <a:latin typeface="Gochi Hand" panose="020B0604020202020204" charset="0"/>
                </a:rPr>
                <a:t>Monzur-Ul</a:t>
              </a:r>
              <a:r>
                <a:rPr lang="en-US" sz="1200" dirty="0" smtClean="0">
                  <a:latin typeface="Gochi Hand" panose="020B0604020202020204" charset="0"/>
                </a:rPr>
                <a:t>- </a:t>
              </a:r>
              <a:r>
                <a:rPr lang="en-US" sz="1200" dirty="0" err="1" smtClean="0">
                  <a:latin typeface="Gochi Hand" panose="020B0604020202020204" charset="0"/>
                </a:rPr>
                <a:t>Akhir</a:t>
              </a:r>
              <a:endParaRPr lang="en-US" sz="1200" dirty="0">
                <a:latin typeface="Gochi Hand" panose="020B0604020202020204" charset="0"/>
              </a:endParaRPr>
            </a:p>
          </p:txBody>
        </p:sp>
        <p:sp>
          <p:nvSpPr>
            <p:cNvPr id="76" name="TextBox 75"/>
            <p:cNvSpPr txBox="1"/>
            <p:nvPr/>
          </p:nvSpPr>
          <p:spPr>
            <a:xfrm>
              <a:off x="3691212" y="3912573"/>
              <a:ext cx="2521844" cy="276999"/>
            </a:xfrm>
            <a:prstGeom prst="rect">
              <a:avLst/>
            </a:prstGeom>
            <a:noFill/>
          </p:spPr>
          <p:txBody>
            <a:bodyPr wrap="none" rtlCol="0">
              <a:spAutoFit/>
            </a:bodyPr>
            <a:lstStyle/>
            <a:p>
              <a:r>
                <a:rPr lang="en-US" sz="1200" dirty="0" smtClean="0">
                  <a:latin typeface="Gochi Hand" panose="020B0604020202020204" charset="0"/>
                </a:rPr>
                <a:t>  Email : monzur@eee.green.edu.bd</a:t>
              </a:r>
              <a:endParaRPr lang="en-US" sz="1200" dirty="0">
                <a:latin typeface="Gochi Hand" panose="020B0604020202020204" charset="0"/>
              </a:endParaRPr>
            </a:p>
          </p:txBody>
        </p:sp>
        <p:sp>
          <p:nvSpPr>
            <p:cNvPr id="77" name="TextBox 76"/>
            <p:cNvSpPr txBox="1"/>
            <p:nvPr/>
          </p:nvSpPr>
          <p:spPr>
            <a:xfrm>
              <a:off x="3698712" y="3691438"/>
              <a:ext cx="1465466" cy="276999"/>
            </a:xfrm>
            <a:prstGeom prst="rect">
              <a:avLst/>
            </a:prstGeom>
            <a:noFill/>
          </p:spPr>
          <p:txBody>
            <a:bodyPr wrap="none" rtlCol="0">
              <a:spAutoFit/>
            </a:bodyPr>
            <a:lstStyle/>
            <a:p>
              <a:r>
                <a:rPr lang="en-US" sz="1200" dirty="0" smtClean="0">
                  <a:latin typeface="Gochi Hand" panose="020B0604020202020204" charset="0"/>
                </a:rPr>
                <a:t>  Assistant </a:t>
              </a:r>
              <a:r>
                <a:rPr lang="en-US" sz="1200" dirty="0">
                  <a:latin typeface="Gochi Hand" panose="020B0604020202020204" charset="0"/>
                </a:rPr>
                <a:t>Professor</a:t>
              </a:r>
            </a:p>
          </p:txBody>
        </p:sp>
      </p:grpSp>
      <p:cxnSp>
        <p:nvCxnSpPr>
          <p:cNvPr id="10" name="Straight Connector 9"/>
          <p:cNvCxnSpPr/>
          <p:nvPr/>
        </p:nvCxnSpPr>
        <p:spPr>
          <a:xfrm>
            <a:off x="3383781" y="3120809"/>
            <a:ext cx="0" cy="13716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rotWithShape="1">
          <a:blip r:embed="rId3">
            <a:extLst>
              <a:ext uri="{BEBA8EAE-BF5A-486C-A8C5-ECC9F3942E4B}">
                <a14:imgProps xmlns:a14="http://schemas.microsoft.com/office/drawing/2010/main">
                  <a14:imgLayer r:embed="rId4">
                    <a14:imgEffect>
                      <a14:backgroundRemoval t="7200" b="90000" l="10000" r="90000">
                        <a14:foregroundMark x1="59200" y1="7200" x2="59200" y2="7200"/>
                        <a14:foregroundMark x1="67400" y1="22400" x2="67400" y2="22400"/>
                        <a14:foregroundMark x1="65000" y1="30800" x2="65000" y2="30800"/>
                        <a14:foregroundMark x1="74133" y1="46000" x2="74133" y2="46000"/>
                        <a14:foregroundMark x1="79667" y1="65400" x2="79667" y2="65400"/>
                        <a14:foregroundMark x1="78800" y1="74100" x2="78800" y2="74100"/>
                      </a14:backgroundRemoval>
                    </a14:imgEffect>
                  </a14:imgLayer>
                </a14:imgProps>
              </a:ext>
              <a:ext uri="{28A0092B-C50C-407E-A947-70E740481C1C}">
                <a14:useLocalDpi xmlns:a14="http://schemas.microsoft.com/office/drawing/2010/main" val="0"/>
              </a:ext>
            </a:extLst>
          </a:blip>
          <a:srcRect l="13936" t="2833" r="10934"/>
          <a:stretch/>
        </p:blipFill>
        <p:spPr>
          <a:xfrm rot="14338110">
            <a:off x="6614554" y="979409"/>
            <a:ext cx="1869555" cy="1611944"/>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9"/>
          <p:cNvSpPr txBox="1">
            <a:spLocks noGrp="1"/>
          </p:cNvSpPr>
          <p:nvPr>
            <p:ph type="title" idx="3"/>
          </p:nvPr>
        </p:nvSpPr>
        <p:spPr>
          <a:xfrm>
            <a:off x="5785875" y="1627275"/>
            <a:ext cx="2463300" cy="527700"/>
          </a:xfrm>
          <a:prstGeom prst="rect">
            <a:avLst/>
          </a:prstGeom>
        </p:spPr>
        <p:txBody>
          <a:bodyPr spcFirstLastPara="1" wrap="square" lIns="91425" tIns="91425" rIns="91425" bIns="91425" anchor="ctr" anchorCtr="0">
            <a:noAutofit/>
          </a:bodyPr>
          <a:lstStyle/>
          <a:p>
            <a:pPr lvl="0">
              <a:buSzPts val="1100"/>
            </a:pPr>
            <a:r>
              <a:rPr lang="en-US" sz="1600" dirty="0"/>
              <a:t>How we got interested in this </a:t>
            </a:r>
            <a:r>
              <a:rPr lang="en-US" sz="1600" dirty="0" smtClean="0"/>
              <a:t>project. </a:t>
            </a:r>
            <a:endParaRPr sz="1600" dirty="0"/>
          </a:p>
        </p:txBody>
      </p:sp>
      <p:sp>
        <p:nvSpPr>
          <p:cNvPr id="299" name="Google Shape;299;p39"/>
          <p:cNvSpPr txBox="1">
            <a:spLocks noGrp="1"/>
          </p:cNvSpPr>
          <p:nvPr>
            <p:ph type="title" idx="9"/>
          </p:nvPr>
        </p:nvSpPr>
        <p:spPr>
          <a:xfrm>
            <a:off x="5785874" y="3071100"/>
            <a:ext cx="2463300" cy="527700"/>
          </a:xfrm>
          <a:prstGeom prst="rect">
            <a:avLst/>
          </a:prstGeom>
        </p:spPr>
        <p:txBody>
          <a:bodyPr spcFirstLastPara="1" wrap="square" lIns="91425" tIns="91425" rIns="91425" bIns="91425" anchor="ctr" anchorCtr="0">
            <a:noAutofit/>
          </a:bodyPr>
          <a:lstStyle/>
          <a:p>
            <a:pPr lvl="0">
              <a:buSzPts val="1100"/>
            </a:pPr>
            <a:r>
              <a:rPr lang="en-US" sz="1600" dirty="0" smtClean="0"/>
              <a:t>project's final outcome</a:t>
            </a:r>
            <a:endParaRPr sz="1600" dirty="0"/>
          </a:p>
        </p:txBody>
      </p:sp>
      <p:sp>
        <p:nvSpPr>
          <p:cNvPr id="300" name="Google Shape;300;p39"/>
          <p:cNvSpPr txBox="1">
            <a:spLocks noGrp="1"/>
          </p:cNvSpPr>
          <p:nvPr>
            <p:ph type="title" idx="4"/>
          </p:nvPr>
        </p:nvSpPr>
        <p:spPr>
          <a:xfrm>
            <a:off x="4838975" y="1627275"/>
            <a:ext cx="841800" cy="118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lumMod val="10000"/>
                  </a:schemeClr>
                </a:solidFill>
              </a:rPr>
              <a:t>02</a:t>
            </a:r>
            <a:endParaRPr>
              <a:solidFill>
                <a:schemeClr val="accent1">
                  <a:lumMod val="10000"/>
                </a:schemeClr>
              </a:solidFill>
            </a:endParaRPr>
          </a:p>
        </p:txBody>
      </p:sp>
      <p:sp>
        <p:nvSpPr>
          <p:cNvPr id="301" name="Google Shape;301;p39"/>
          <p:cNvSpPr txBox="1">
            <a:spLocks noGrp="1"/>
          </p:cNvSpPr>
          <p:nvPr>
            <p:ph type="title" idx="13"/>
          </p:nvPr>
        </p:nvSpPr>
        <p:spPr>
          <a:xfrm>
            <a:off x="4838975" y="3071100"/>
            <a:ext cx="841800" cy="118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lumMod val="10000"/>
                  </a:schemeClr>
                </a:solidFill>
              </a:rPr>
              <a:t>04</a:t>
            </a:r>
            <a:endParaRPr>
              <a:solidFill>
                <a:schemeClr val="accent1">
                  <a:lumMod val="10000"/>
                </a:schemeClr>
              </a:solidFill>
            </a:endParaRPr>
          </a:p>
        </p:txBody>
      </p:sp>
      <p:sp>
        <p:nvSpPr>
          <p:cNvPr id="302" name="Google Shape;302;p39"/>
          <p:cNvSpPr txBox="1">
            <a:spLocks noGrp="1"/>
          </p:cNvSpPr>
          <p:nvPr>
            <p:ph type="title" idx="6"/>
          </p:nvPr>
        </p:nvSpPr>
        <p:spPr>
          <a:xfrm>
            <a:off x="1840050" y="3071100"/>
            <a:ext cx="2463300" cy="527700"/>
          </a:xfrm>
          <a:prstGeom prst="rect">
            <a:avLst/>
          </a:prstGeom>
        </p:spPr>
        <p:txBody>
          <a:bodyPr spcFirstLastPara="1" wrap="square" lIns="91425" tIns="91425" rIns="91425" bIns="91425" anchor="ctr" anchorCtr="0">
            <a:noAutofit/>
          </a:bodyPr>
          <a:lstStyle/>
          <a:p>
            <a:pPr lvl="0">
              <a:buSzPts val="1100"/>
            </a:pPr>
            <a:r>
              <a:rPr lang="en-US" sz="1600" dirty="0" smtClean="0"/>
              <a:t>Interpretation </a:t>
            </a:r>
            <a:r>
              <a:rPr lang="en-US" sz="1600" dirty="0"/>
              <a:t>of project </a:t>
            </a:r>
            <a:r>
              <a:rPr lang="en-US" sz="1600" dirty="0" smtClean="0"/>
              <a:t>diagram.</a:t>
            </a:r>
            <a:endParaRPr sz="1600" dirty="0"/>
          </a:p>
        </p:txBody>
      </p:sp>
      <p:sp>
        <p:nvSpPr>
          <p:cNvPr id="303" name="Google Shape;303;p39"/>
          <p:cNvSpPr txBox="1">
            <a:spLocks noGrp="1"/>
          </p:cNvSpPr>
          <p:nvPr>
            <p:ph type="subTitle" idx="8"/>
          </p:nvPr>
        </p:nvSpPr>
        <p:spPr>
          <a:xfrm>
            <a:off x="1840050" y="3675000"/>
            <a:ext cx="2463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smtClean="0"/>
              <a:t>Tools we used in this project and their descriptions.</a:t>
            </a:r>
            <a:endParaRPr dirty="0"/>
          </a:p>
        </p:txBody>
      </p:sp>
      <p:sp>
        <p:nvSpPr>
          <p:cNvPr id="304" name="Google Shape;304;p39"/>
          <p:cNvSpPr txBox="1">
            <a:spLocks noGrp="1"/>
          </p:cNvSpPr>
          <p:nvPr>
            <p:ph type="subTitle" idx="1"/>
          </p:nvPr>
        </p:nvSpPr>
        <p:spPr>
          <a:xfrm>
            <a:off x="1840075" y="2231175"/>
            <a:ext cx="246327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smtClean="0"/>
              <a:t>Describe short details about this project.</a:t>
            </a:r>
            <a:endParaRPr dirty="0"/>
          </a:p>
        </p:txBody>
      </p:sp>
      <p:sp>
        <p:nvSpPr>
          <p:cNvPr id="305" name="Google Shape;305;p39"/>
          <p:cNvSpPr txBox="1">
            <a:spLocks noGrp="1"/>
          </p:cNvSpPr>
          <p:nvPr>
            <p:ph type="title"/>
          </p:nvPr>
        </p:nvSpPr>
        <p:spPr>
          <a:xfrm>
            <a:off x="1840050" y="1627275"/>
            <a:ext cx="2463300" cy="527700"/>
          </a:xfrm>
          <a:prstGeom prst="rect">
            <a:avLst/>
          </a:prstGeom>
        </p:spPr>
        <p:txBody>
          <a:bodyPr spcFirstLastPara="1" wrap="square" lIns="91425" tIns="91425" rIns="91425" bIns="91425" anchor="ctr" anchorCtr="0">
            <a:noAutofit/>
          </a:bodyPr>
          <a:lstStyle/>
          <a:p>
            <a:pPr lvl="0">
              <a:buSzPts val="1100"/>
            </a:pPr>
            <a:r>
              <a:rPr lang="en-US" sz="1600" dirty="0"/>
              <a:t>Description of the </a:t>
            </a:r>
            <a:r>
              <a:rPr lang="en-US" sz="1600" dirty="0" smtClean="0"/>
              <a:t>project. </a:t>
            </a:r>
            <a:endParaRPr sz="1600" dirty="0"/>
          </a:p>
        </p:txBody>
      </p:sp>
      <p:sp>
        <p:nvSpPr>
          <p:cNvPr id="306" name="Google Shape;306;p39"/>
          <p:cNvSpPr txBox="1">
            <a:spLocks noGrp="1"/>
          </p:cNvSpPr>
          <p:nvPr>
            <p:ph type="title" idx="2"/>
          </p:nvPr>
        </p:nvSpPr>
        <p:spPr>
          <a:xfrm>
            <a:off x="893250" y="1623225"/>
            <a:ext cx="841800" cy="118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1">
                    <a:lumMod val="10000"/>
                  </a:schemeClr>
                </a:solidFill>
              </a:rPr>
              <a:t>01</a:t>
            </a:r>
            <a:endParaRPr dirty="0">
              <a:solidFill>
                <a:schemeClr val="accent1">
                  <a:lumMod val="10000"/>
                </a:schemeClr>
              </a:solidFill>
            </a:endParaRPr>
          </a:p>
        </p:txBody>
      </p:sp>
      <p:sp>
        <p:nvSpPr>
          <p:cNvPr id="307" name="Google Shape;307;p39"/>
          <p:cNvSpPr txBox="1">
            <a:spLocks noGrp="1"/>
          </p:cNvSpPr>
          <p:nvPr>
            <p:ph type="subTitle" idx="5"/>
          </p:nvPr>
        </p:nvSpPr>
        <p:spPr>
          <a:xfrm>
            <a:off x="5785775" y="2239125"/>
            <a:ext cx="2463300" cy="572700"/>
          </a:xfrm>
          <a:prstGeom prst="rect">
            <a:avLst/>
          </a:prstGeom>
        </p:spPr>
        <p:txBody>
          <a:bodyPr spcFirstLastPara="1" wrap="square" lIns="91425" tIns="91425" rIns="91425" bIns="91425" anchor="t" anchorCtr="0">
            <a:noAutofit/>
          </a:bodyPr>
          <a:lstStyle/>
          <a:p>
            <a:pPr marL="0" lvl="0" indent="0">
              <a:buSzPts val="1100"/>
            </a:pPr>
            <a:r>
              <a:rPr lang="en-US" dirty="0" smtClean="0"/>
              <a:t>How we were able to select this topic.</a:t>
            </a:r>
            <a:endParaRPr dirty="0"/>
          </a:p>
        </p:txBody>
      </p:sp>
      <p:sp>
        <p:nvSpPr>
          <p:cNvPr id="308" name="Google Shape;308;p39"/>
          <p:cNvSpPr txBox="1">
            <a:spLocks noGrp="1"/>
          </p:cNvSpPr>
          <p:nvPr>
            <p:ph type="title" idx="7"/>
          </p:nvPr>
        </p:nvSpPr>
        <p:spPr>
          <a:xfrm>
            <a:off x="893250" y="3071100"/>
            <a:ext cx="841800" cy="118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lumMod val="10000"/>
                  </a:schemeClr>
                </a:solidFill>
              </a:rPr>
              <a:t>03</a:t>
            </a:r>
            <a:endParaRPr>
              <a:solidFill>
                <a:schemeClr val="accent1">
                  <a:lumMod val="10000"/>
                </a:schemeClr>
              </a:solidFill>
            </a:endParaRPr>
          </a:p>
        </p:txBody>
      </p:sp>
      <p:sp>
        <p:nvSpPr>
          <p:cNvPr id="309" name="Google Shape;309;p39"/>
          <p:cNvSpPr txBox="1">
            <a:spLocks noGrp="1"/>
          </p:cNvSpPr>
          <p:nvPr>
            <p:ph type="subTitle" idx="14"/>
          </p:nvPr>
        </p:nvSpPr>
        <p:spPr>
          <a:xfrm>
            <a:off x="5785775" y="3675000"/>
            <a:ext cx="2463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smtClean="0"/>
              <a:t>Explain the project by summarizing the final results</a:t>
            </a:r>
            <a:endParaRPr dirty="0"/>
          </a:p>
        </p:txBody>
      </p:sp>
      <p:sp>
        <p:nvSpPr>
          <p:cNvPr id="310" name="Google Shape;310;p39"/>
          <p:cNvSpPr txBox="1">
            <a:spLocks noGrp="1"/>
          </p:cNvSpPr>
          <p:nvPr>
            <p:ph type="title" idx="15"/>
          </p:nvPr>
        </p:nvSpPr>
        <p:spPr>
          <a:xfrm>
            <a:off x="720000" y="5549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Table of contents</a:t>
            </a:r>
            <a:endParaRPr/>
          </a:p>
        </p:txBody>
      </p:sp>
      <p:sp>
        <p:nvSpPr>
          <p:cNvPr id="15" name="Google Shape;307;p39"/>
          <p:cNvSpPr txBox="1">
            <a:spLocks/>
          </p:cNvSpPr>
          <p:nvPr/>
        </p:nvSpPr>
        <p:spPr>
          <a:xfrm>
            <a:off x="5259875" y="4799400"/>
            <a:ext cx="4572000" cy="344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Anaheim"/>
              <a:buNone/>
              <a:defRPr sz="1400" b="0" i="0" u="none" strike="noStrike" cap="none">
                <a:solidFill>
                  <a:schemeClr val="dk1"/>
                </a:solidFill>
                <a:latin typeface="Anaheim"/>
                <a:ea typeface="Anaheim"/>
                <a:cs typeface="Anaheim"/>
                <a:sym typeface="Anaheim"/>
              </a:defRPr>
            </a:lvl1pPr>
            <a:lvl2pPr marL="914400" marR="0" lvl="1" indent="-317500" algn="l" rtl="0">
              <a:lnSpc>
                <a:spcPct val="115000"/>
              </a:lnSpc>
              <a:spcBef>
                <a:spcPts val="0"/>
              </a:spcBef>
              <a:spcAft>
                <a:spcPts val="0"/>
              </a:spcAft>
              <a:buClr>
                <a:schemeClr val="dk1"/>
              </a:buClr>
              <a:buSzPts val="1400"/>
              <a:buFont typeface="Anaheim"/>
              <a:buNone/>
              <a:defRPr sz="1400" b="0" i="0" u="none" strike="noStrike" cap="none">
                <a:solidFill>
                  <a:schemeClr val="dk1"/>
                </a:solidFill>
                <a:latin typeface="Anaheim"/>
                <a:ea typeface="Anaheim"/>
                <a:cs typeface="Anaheim"/>
                <a:sym typeface="Anaheim"/>
              </a:defRPr>
            </a:lvl2pPr>
            <a:lvl3pPr marL="1371600" marR="0" lvl="2" indent="-317500" algn="l" rtl="0">
              <a:lnSpc>
                <a:spcPct val="115000"/>
              </a:lnSpc>
              <a:spcBef>
                <a:spcPts val="0"/>
              </a:spcBef>
              <a:spcAft>
                <a:spcPts val="0"/>
              </a:spcAft>
              <a:buClr>
                <a:schemeClr val="dk1"/>
              </a:buClr>
              <a:buSzPts val="1400"/>
              <a:buFont typeface="Anaheim"/>
              <a:buNone/>
              <a:defRPr sz="1400" b="0" i="0" u="none" strike="noStrike" cap="none">
                <a:solidFill>
                  <a:schemeClr val="dk1"/>
                </a:solidFill>
                <a:latin typeface="Anaheim"/>
                <a:ea typeface="Anaheim"/>
                <a:cs typeface="Anaheim"/>
                <a:sym typeface="Anaheim"/>
              </a:defRPr>
            </a:lvl3pPr>
            <a:lvl4pPr marL="1828800" marR="0" lvl="3" indent="-317500" algn="l" rtl="0">
              <a:lnSpc>
                <a:spcPct val="115000"/>
              </a:lnSpc>
              <a:spcBef>
                <a:spcPts val="0"/>
              </a:spcBef>
              <a:spcAft>
                <a:spcPts val="0"/>
              </a:spcAft>
              <a:buClr>
                <a:schemeClr val="dk1"/>
              </a:buClr>
              <a:buSzPts val="1400"/>
              <a:buFont typeface="Anaheim"/>
              <a:buNone/>
              <a:defRPr sz="1400" b="0" i="0" u="none" strike="noStrike" cap="none">
                <a:solidFill>
                  <a:schemeClr val="dk1"/>
                </a:solidFill>
                <a:latin typeface="Anaheim"/>
                <a:ea typeface="Anaheim"/>
                <a:cs typeface="Anaheim"/>
                <a:sym typeface="Anaheim"/>
              </a:defRPr>
            </a:lvl4pPr>
            <a:lvl5pPr marL="2286000" marR="0" lvl="4" indent="-317500" algn="l" rtl="0">
              <a:lnSpc>
                <a:spcPct val="115000"/>
              </a:lnSpc>
              <a:spcBef>
                <a:spcPts val="0"/>
              </a:spcBef>
              <a:spcAft>
                <a:spcPts val="0"/>
              </a:spcAft>
              <a:buClr>
                <a:schemeClr val="dk1"/>
              </a:buClr>
              <a:buSzPts val="1400"/>
              <a:buFont typeface="Anaheim"/>
              <a:buNone/>
              <a:defRPr sz="1400" b="0" i="0" u="none" strike="noStrike" cap="none">
                <a:solidFill>
                  <a:schemeClr val="dk1"/>
                </a:solidFill>
                <a:latin typeface="Anaheim"/>
                <a:ea typeface="Anaheim"/>
                <a:cs typeface="Anaheim"/>
                <a:sym typeface="Anaheim"/>
              </a:defRPr>
            </a:lvl5pPr>
            <a:lvl6pPr marL="2743200" marR="0" lvl="5" indent="-317500" algn="l" rtl="0">
              <a:lnSpc>
                <a:spcPct val="115000"/>
              </a:lnSpc>
              <a:spcBef>
                <a:spcPts val="0"/>
              </a:spcBef>
              <a:spcAft>
                <a:spcPts val="0"/>
              </a:spcAft>
              <a:buClr>
                <a:schemeClr val="dk1"/>
              </a:buClr>
              <a:buSzPts val="1400"/>
              <a:buFont typeface="Anaheim"/>
              <a:buNone/>
              <a:defRPr sz="1400" b="0" i="0" u="none" strike="noStrike" cap="none">
                <a:solidFill>
                  <a:schemeClr val="dk1"/>
                </a:solidFill>
                <a:latin typeface="Anaheim"/>
                <a:ea typeface="Anaheim"/>
                <a:cs typeface="Anaheim"/>
                <a:sym typeface="Anaheim"/>
              </a:defRPr>
            </a:lvl6pPr>
            <a:lvl7pPr marL="3200400" marR="0" lvl="6" indent="-317500" algn="l" rtl="0">
              <a:lnSpc>
                <a:spcPct val="115000"/>
              </a:lnSpc>
              <a:spcBef>
                <a:spcPts val="0"/>
              </a:spcBef>
              <a:spcAft>
                <a:spcPts val="0"/>
              </a:spcAft>
              <a:buClr>
                <a:schemeClr val="dk1"/>
              </a:buClr>
              <a:buSzPts val="1400"/>
              <a:buFont typeface="Anaheim"/>
              <a:buNone/>
              <a:defRPr sz="1400" b="0" i="0" u="none" strike="noStrike" cap="none">
                <a:solidFill>
                  <a:schemeClr val="dk1"/>
                </a:solidFill>
                <a:latin typeface="Anaheim"/>
                <a:ea typeface="Anaheim"/>
                <a:cs typeface="Anaheim"/>
                <a:sym typeface="Anaheim"/>
              </a:defRPr>
            </a:lvl7pPr>
            <a:lvl8pPr marL="3657600" marR="0" lvl="7" indent="-317500" algn="l" rtl="0">
              <a:lnSpc>
                <a:spcPct val="115000"/>
              </a:lnSpc>
              <a:spcBef>
                <a:spcPts val="0"/>
              </a:spcBef>
              <a:spcAft>
                <a:spcPts val="0"/>
              </a:spcAft>
              <a:buClr>
                <a:schemeClr val="dk1"/>
              </a:buClr>
              <a:buSzPts val="1400"/>
              <a:buFont typeface="Anaheim"/>
              <a:buNone/>
              <a:defRPr sz="1400" b="0" i="0" u="none" strike="noStrike" cap="none">
                <a:solidFill>
                  <a:schemeClr val="dk1"/>
                </a:solidFill>
                <a:latin typeface="Anaheim"/>
                <a:ea typeface="Anaheim"/>
                <a:cs typeface="Anaheim"/>
                <a:sym typeface="Anaheim"/>
              </a:defRPr>
            </a:lvl8pPr>
            <a:lvl9pPr marL="4114800" marR="0" lvl="8" indent="-317500" algn="l" rtl="0">
              <a:lnSpc>
                <a:spcPct val="115000"/>
              </a:lnSpc>
              <a:spcBef>
                <a:spcPts val="0"/>
              </a:spcBef>
              <a:spcAft>
                <a:spcPts val="0"/>
              </a:spcAft>
              <a:buClr>
                <a:schemeClr val="dk1"/>
              </a:buClr>
              <a:buSzPts val="1400"/>
              <a:buFont typeface="Anaheim"/>
              <a:buNone/>
              <a:defRPr sz="1400" b="0" i="0" u="none" strike="noStrike" cap="none">
                <a:solidFill>
                  <a:schemeClr val="dk1"/>
                </a:solidFill>
                <a:latin typeface="Anaheim"/>
                <a:ea typeface="Anaheim"/>
                <a:cs typeface="Anaheim"/>
                <a:sym typeface="Anaheim"/>
              </a:defRPr>
            </a:lvl9pPr>
          </a:lstStyle>
          <a:p>
            <a:pPr marL="0" indent="0">
              <a:buSzPts val="1100"/>
            </a:pPr>
            <a:r>
              <a:rPr lang="en-US" dirty="0" smtClean="0"/>
              <a:t>This presentation is created by </a:t>
            </a:r>
            <a:r>
              <a:rPr lang="en-US" b="1" dirty="0" smtClean="0"/>
              <a:t>Khondokar Saim</a:t>
            </a:r>
            <a:endParaRPr lang="en-US"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310" name="Google Shape;310;p39"/>
          <p:cNvSpPr txBox="1">
            <a:spLocks noGrp="1"/>
          </p:cNvSpPr>
          <p:nvPr>
            <p:ph type="title" idx="15"/>
          </p:nvPr>
        </p:nvSpPr>
        <p:spPr>
          <a:xfrm>
            <a:off x="720000" y="399258"/>
            <a:ext cx="7704000" cy="572700"/>
          </a:xfrm>
          <a:prstGeom prst="rect">
            <a:avLst/>
          </a:prstGeom>
        </p:spPr>
        <p:txBody>
          <a:bodyPr spcFirstLastPara="1" wrap="square" lIns="91425" tIns="91425" rIns="91425" bIns="91425" anchor="ctr" anchorCtr="0">
            <a:noAutofit/>
          </a:bodyPr>
          <a:lstStyle/>
          <a:p>
            <a:pPr lvl="0">
              <a:buSzPts val="1100"/>
            </a:pPr>
            <a:r>
              <a:rPr lang="en-US" sz="3200" dirty="0"/>
              <a:t>Description of the project </a:t>
            </a:r>
          </a:p>
        </p:txBody>
      </p:sp>
      <p:sp>
        <p:nvSpPr>
          <p:cNvPr id="27" name="Google Shape;442;p41"/>
          <p:cNvSpPr txBox="1">
            <a:spLocks noGrp="1"/>
          </p:cNvSpPr>
          <p:nvPr>
            <p:ph type="subTitle" idx="1"/>
          </p:nvPr>
        </p:nvSpPr>
        <p:spPr>
          <a:xfrm>
            <a:off x="720000" y="970485"/>
            <a:ext cx="3852000" cy="1276605"/>
          </a:xfrm>
          <a:prstGeom prst="rect">
            <a:avLst/>
          </a:prstGeom>
        </p:spPr>
        <p:txBody>
          <a:bodyPr spcFirstLastPara="1" wrap="square" lIns="91425" tIns="91425" rIns="91425" bIns="91425" anchor="t" anchorCtr="0">
            <a:noAutofit/>
          </a:bodyPr>
          <a:lstStyle/>
          <a:p>
            <a:pPr marL="285750" lvl="0" indent="-285750" algn="just">
              <a:buSzPts val="1100"/>
              <a:buFont typeface="Wingdings" panose="05000000000000000000" pitchFamily="2" charset="2"/>
              <a:buChar char="q"/>
            </a:pPr>
            <a:r>
              <a:rPr lang="en-US" sz="1800" dirty="0"/>
              <a:t>In this </a:t>
            </a:r>
            <a:r>
              <a:rPr lang="en-US" sz="1800" dirty="0" smtClean="0"/>
              <a:t>presentation, </a:t>
            </a:r>
            <a:r>
              <a:rPr lang="en-US" sz="1800" dirty="0"/>
              <a:t>we </a:t>
            </a:r>
            <a:r>
              <a:rPr lang="en-US" sz="1800" dirty="0" smtClean="0"/>
              <a:t>learn how </a:t>
            </a:r>
            <a:r>
              <a:rPr lang="en-US" sz="1800" dirty="0"/>
              <a:t>to h</a:t>
            </a:r>
            <a:r>
              <a:rPr lang="en-US" sz="1800" dirty="0" smtClean="0"/>
              <a:t>ow </a:t>
            </a:r>
            <a:r>
              <a:rPr lang="en-US" sz="1800" dirty="0"/>
              <a:t>fidget spinner continuously spin pushed by an electromagnetic </a:t>
            </a:r>
            <a:r>
              <a:rPr lang="en-US" sz="1800" dirty="0" smtClean="0"/>
              <a:t>coil.</a:t>
            </a:r>
            <a:endParaRPr lang="en-US" sz="1800" dirty="0"/>
          </a:p>
          <a:p>
            <a:pPr marL="285750" lvl="0" indent="-285750">
              <a:buSzPts val="1100"/>
              <a:buFont typeface="Wingdings" panose="05000000000000000000" pitchFamily="2" charset="2"/>
              <a:buChar char="q"/>
            </a:pPr>
            <a:endParaRPr sz="1800" dirty="0"/>
          </a:p>
        </p:txBody>
      </p:sp>
      <p:sp>
        <p:nvSpPr>
          <p:cNvPr id="28" name="Google Shape;442;p41"/>
          <p:cNvSpPr txBox="1">
            <a:spLocks noGrp="1"/>
          </p:cNvSpPr>
          <p:nvPr>
            <p:ph type="subTitle" idx="1"/>
          </p:nvPr>
        </p:nvSpPr>
        <p:spPr>
          <a:xfrm>
            <a:off x="719999" y="2102847"/>
            <a:ext cx="4513482" cy="1204557"/>
          </a:xfrm>
          <a:prstGeom prst="rect">
            <a:avLst/>
          </a:prstGeom>
        </p:spPr>
        <p:txBody>
          <a:bodyPr spcFirstLastPara="1" wrap="square" lIns="91425" tIns="91425" rIns="91425" bIns="91425" anchor="t" anchorCtr="0">
            <a:noAutofit/>
          </a:bodyPr>
          <a:lstStyle/>
          <a:p>
            <a:pPr marL="285750" lvl="0" indent="-285750" algn="just">
              <a:buSzPts val="1100"/>
              <a:buFont typeface="Wingdings" panose="05000000000000000000" pitchFamily="2" charset="2"/>
              <a:buChar char="q"/>
            </a:pPr>
            <a:r>
              <a:rPr lang="en-US" sz="1800" dirty="0"/>
              <a:t>This project is generally based on the concept of </a:t>
            </a:r>
            <a:r>
              <a:rPr lang="en-US" sz="1800"/>
              <a:t>"</a:t>
            </a:r>
            <a:r>
              <a:rPr lang="en-US" sz="1800" smtClean="0"/>
              <a:t>Faraday's </a:t>
            </a:r>
            <a:r>
              <a:rPr lang="en-US" sz="1800" dirty="0"/>
              <a:t>Law of induction"</a:t>
            </a:r>
            <a:br>
              <a:rPr lang="en-US" sz="1800" dirty="0"/>
            </a:br>
            <a:r>
              <a:rPr lang="en-US" sz="1800" dirty="0"/>
              <a:t>and this law is known as the basic law of Electromagnetism.</a:t>
            </a:r>
            <a:endParaRPr sz="1800" dirty="0"/>
          </a:p>
        </p:txBody>
      </p:sp>
      <p:sp>
        <p:nvSpPr>
          <p:cNvPr id="29" name="Google Shape;442;p41"/>
          <p:cNvSpPr txBox="1">
            <a:spLocks noGrp="1"/>
          </p:cNvSpPr>
          <p:nvPr>
            <p:ph type="subTitle" idx="1"/>
          </p:nvPr>
        </p:nvSpPr>
        <p:spPr>
          <a:xfrm>
            <a:off x="719998" y="3352852"/>
            <a:ext cx="4134102" cy="1361872"/>
          </a:xfrm>
          <a:prstGeom prst="rect">
            <a:avLst/>
          </a:prstGeom>
        </p:spPr>
        <p:txBody>
          <a:bodyPr spcFirstLastPara="1" wrap="square" lIns="91425" tIns="91425" rIns="91425" bIns="91425" anchor="t" anchorCtr="0">
            <a:noAutofit/>
          </a:bodyPr>
          <a:lstStyle/>
          <a:p>
            <a:pPr marL="285750" lvl="0" indent="-285750" algn="just">
              <a:buSzPts val="1100"/>
              <a:buFont typeface="Wingdings" panose="05000000000000000000" pitchFamily="2" charset="2"/>
              <a:buChar char="q"/>
            </a:pPr>
            <a:r>
              <a:rPr lang="en-US" sz="1800" dirty="0"/>
              <a:t>In this project, we will see how a magnetic field will interact with an electric circuit to produce an electromotive force </a:t>
            </a:r>
            <a:r>
              <a:rPr lang="en-US" sz="1800" dirty="0" smtClean="0"/>
              <a:t>EMF.</a:t>
            </a:r>
            <a:endParaRPr sz="1800" dirty="0"/>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2928" y="2004768"/>
            <a:ext cx="3634958" cy="1439693"/>
          </a:xfrm>
          <a:prstGeom prst="rect">
            <a:avLst/>
          </a:prstGeom>
        </p:spPr>
      </p:pic>
    </p:spTree>
    <p:extLst>
      <p:ext uri="{BB962C8B-B14F-4D97-AF65-F5344CB8AC3E}">
        <p14:creationId xmlns:p14="http://schemas.microsoft.com/office/powerpoint/2010/main" val="7758535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310" name="Google Shape;310;p39"/>
          <p:cNvSpPr txBox="1">
            <a:spLocks noGrp="1"/>
          </p:cNvSpPr>
          <p:nvPr>
            <p:ph type="title" idx="15"/>
          </p:nvPr>
        </p:nvSpPr>
        <p:spPr>
          <a:xfrm>
            <a:off x="720000" y="399258"/>
            <a:ext cx="7704000" cy="572700"/>
          </a:xfrm>
          <a:prstGeom prst="rect">
            <a:avLst/>
          </a:prstGeom>
        </p:spPr>
        <p:txBody>
          <a:bodyPr spcFirstLastPara="1" wrap="square" lIns="91425" tIns="91425" rIns="91425" bIns="91425" anchor="ctr" anchorCtr="0">
            <a:noAutofit/>
          </a:bodyPr>
          <a:lstStyle/>
          <a:p>
            <a:pPr lvl="0">
              <a:buSzPts val="1100"/>
            </a:pPr>
            <a:r>
              <a:rPr lang="en-US" sz="3200" dirty="0"/>
              <a:t>How we got interested in this project </a:t>
            </a:r>
          </a:p>
        </p:txBody>
      </p:sp>
      <p:sp>
        <p:nvSpPr>
          <p:cNvPr id="27" name="Google Shape;442;p41"/>
          <p:cNvSpPr txBox="1">
            <a:spLocks noGrp="1"/>
          </p:cNvSpPr>
          <p:nvPr>
            <p:ph type="subTitle" idx="1"/>
          </p:nvPr>
        </p:nvSpPr>
        <p:spPr>
          <a:xfrm>
            <a:off x="719999" y="1126127"/>
            <a:ext cx="4185375" cy="1026523"/>
          </a:xfrm>
          <a:prstGeom prst="rect">
            <a:avLst/>
          </a:prstGeom>
        </p:spPr>
        <p:txBody>
          <a:bodyPr spcFirstLastPara="1" wrap="square" lIns="91425" tIns="91425" rIns="91425" bIns="91425" anchor="t" anchorCtr="0">
            <a:noAutofit/>
          </a:bodyPr>
          <a:lstStyle/>
          <a:p>
            <a:pPr marL="0" lvl="0" indent="0" algn="just">
              <a:buSzPts val="1100"/>
            </a:pPr>
            <a:r>
              <a:rPr lang="en-US" dirty="0"/>
              <a:t>First, we read this topic, which corresponds to our physics course electricity and magnetism. Then we think of making a capstone project with the fidget spinner and we share it with our </a:t>
            </a:r>
            <a:r>
              <a:rPr lang="en-US" dirty="0" smtClean="0"/>
              <a:t>group.</a:t>
            </a:r>
            <a:endParaRPr lang="en-US" sz="1800" dirty="0"/>
          </a:p>
          <a:p>
            <a:pPr marL="285750" lvl="0" indent="-285750">
              <a:buSzPts val="1100"/>
              <a:buFont typeface="Wingdings" panose="05000000000000000000" pitchFamily="2" charset="2"/>
              <a:buChar char="q"/>
            </a:pPr>
            <a:endParaRPr sz="1800" dirty="0"/>
          </a:p>
        </p:txBody>
      </p:sp>
      <p:sp>
        <p:nvSpPr>
          <p:cNvPr id="9" name="Google Shape;442;p41"/>
          <p:cNvSpPr txBox="1">
            <a:spLocks noGrp="1"/>
          </p:cNvSpPr>
          <p:nvPr>
            <p:ph type="subTitle" idx="1"/>
          </p:nvPr>
        </p:nvSpPr>
        <p:spPr>
          <a:xfrm>
            <a:off x="719999" y="2152650"/>
            <a:ext cx="4185375" cy="1276605"/>
          </a:xfrm>
          <a:prstGeom prst="rect">
            <a:avLst/>
          </a:prstGeom>
        </p:spPr>
        <p:txBody>
          <a:bodyPr spcFirstLastPara="1" wrap="square" lIns="91425" tIns="91425" rIns="91425" bIns="91425" anchor="t" anchorCtr="0">
            <a:noAutofit/>
          </a:bodyPr>
          <a:lstStyle/>
          <a:p>
            <a:pPr marL="0" lvl="0" indent="0" algn="just">
              <a:buSzPts val="1100"/>
            </a:pPr>
            <a:r>
              <a:rPr lang="en-US" dirty="0"/>
              <a:t>We put much thought into how to attach a magnet around a 3-point of a fidget spinner and then put it in contact with the coil to make the magnet and coil attract each other. As a result, the fidget spinner will be able to speed faster and continuously. </a:t>
            </a:r>
            <a:endParaRPr sz="1800" dirty="0"/>
          </a:p>
        </p:txBody>
      </p:sp>
      <p:sp>
        <p:nvSpPr>
          <p:cNvPr id="11" name="Google Shape;442;p41"/>
          <p:cNvSpPr txBox="1">
            <a:spLocks noGrp="1"/>
          </p:cNvSpPr>
          <p:nvPr>
            <p:ph type="subTitle" idx="1"/>
          </p:nvPr>
        </p:nvSpPr>
        <p:spPr>
          <a:xfrm>
            <a:off x="719999" y="3429255"/>
            <a:ext cx="4185375" cy="628395"/>
          </a:xfrm>
          <a:prstGeom prst="rect">
            <a:avLst/>
          </a:prstGeom>
        </p:spPr>
        <p:txBody>
          <a:bodyPr spcFirstLastPara="1" wrap="square" lIns="91425" tIns="91425" rIns="91425" bIns="91425" anchor="t" anchorCtr="0">
            <a:noAutofit/>
          </a:bodyPr>
          <a:lstStyle/>
          <a:p>
            <a:pPr marL="0" lvl="0" indent="0" algn="just">
              <a:buSzPts val="1100"/>
            </a:pPr>
            <a:r>
              <a:rPr lang="en-US" dirty="0"/>
              <a:t>And based on this idea we are able to choose this project and wish to make it a reality.</a:t>
            </a:r>
            <a:endParaRPr sz="1800" dirty="0"/>
          </a:p>
        </p:txBody>
      </p:sp>
      <p:grpSp>
        <p:nvGrpSpPr>
          <p:cNvPr id="13" name="Group 12"/>
          <p:cNvGrpSpPr/>
          <p:nvPr/>
        </p:nvGrpSpPr>
        <p:grpSpPr>
          <a:xfrm>
            <a:off x="5349106" y="1144173"/>
            <a:ext cx="3147893" cy="3008727"/>
            <a:chOff x="5349106" y="1144173"/>
            <a:chExt cx="3147893" cy="3008727"/>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11635" t="9998" r="9136" b="10397"/>
            <a:stretch/>
          </p:blipFill>
          <p:spPr>
            <a:xfrm>
              <a:off x="5349106" y="1493473"/>
              <a:ext cx="3147893" cy="2659427"/>
            </a:xfrm>
            <a:prstGeom prst="rect">
              <a:avLst/>
            </a:prstGeom>
          </p:spPr>
        </p:pic>
        <p:pic>
          <p:nvPicPr>
            <p:cNvPr id="6" name="Picture 5"/>
            <p:cNvPicPr>
              <a:picLocks noChangeAspect="1"/>
            </p:cNvPicPr>
            <p:nvPr/>
          </p:nvPicPr>
          <p:blipFill rotWithShape="1">
            <a:blip r:embed="rId4">
              <a:extLst>
                <a:ext uri="{BEBA8EAE-BF5A-486C-A8C5-ECC9F3942E4B}">
                  <a14:imgProps xmlns:a14="http://schemas.microsoft.com/office/drawing/2010/main">
                    <a14:imgLayer r:embed="rId5">
                      <a14:imgEffect>
                        <a14:backgroundRemoval t="22080" b="74813" l="23682" r="74952">
                          <a14:foregroundMark x1="31934" y1="64844" x2="31934" y2="64844"/>
                          <a14:foregroundMark x1="32227" y1="70801" x2="32227" y2="70801"/>
                        </a14:backgroundRemoval>
                      </a14:imgEffect>
                    </a14:imgLayer>
                  </a14:imgProps>
                </a:ext>
                <a:ext uri="{28A0092B-C50C-407E-A947-70E740481C1C}">
                  <a14:useLocalDpi xmlns:a14="http://schemas.microsoft.com/office/drawing/2010/main" val="0"/>
                </a:ext>
              </a:extLst>
            </a:blip>
            <a:srcRect l="17273" t="15488" r="18639" b="18595"/>
            <a:stretch/>
          </p:blipFill>
          <p:spPr>
            <a:xfrm>
              <a:off x="7203836" y="1144173"/>
              <a:ext cx="653370" cy="672038"/>
            </a:xfrm>
            <a:prstGeom prst="rect">
              <a:avLst/>
            </a:prstGeom>
          </p:spPr>
        </p:pic>
        <p:pic>
          <p:nvPicPr>
            <p:cNvPr id="16" name="Picture 15"/>
            <p:cNvPicPr>
              <a:picLocks noChangeAspect="1"/>
            </p:cNvPicPr>
            <p:nvPr/>
          </p:nvPicPr>
          <p:blipFill rotWithShape="1">
            <a:blip r:embed="rId4">
              <a:extLst>
                <a:ext uri="{BEBA8EAE-BF5A-486C-A8C5-ECC9F3942E4B}">
                  <a14:imgProps xmlns:a14="http://schemas.microsoft.com/office/drawing/2010/main">
                    <a14:imgLayer r:embed="rId5">
                      <a14:imgEffect>
                        <a14:backgroundRemoval t="22080" b="74813" l="23682" r="74952">
                          <a14:foregroundMark x1="31934" y1="64844" x2="31934" y2="64844"/>
                          <a14:foregroundMark x1="32227" y1="70801" x2="32227" y2="70801"/>
                        </a14:backgroundRemoval>
                      </a14:imgEffect>
                    </a14:imgLayer>
                  </a14:imgProps>
                </a:ext>
                <a:ext uri="{28A0092B-C50C-407E-A947-70E740481C1C}">
                  <a14:useLocalDpi xmlns:a14="http://schemas.microsoft.com/office/drawing/2010/main" val="0"/>
                </a:ext>
              </a:extLst>
            </a:blip>
            <a:srcRect l="17273" t="15488" r="18639" b="18595"/>
            <a:stretch/>
          </p:blipFill>
          <p:spPr>
            <a:xfrm rot="10401420" flipV="1">
              <a:off x="5767406" y="1170450"/>
              <a:ext cx="653370" cy="672038"/>
            </a:xfrm>
            <a:prstGeom prst="rect">
              <a:avLst/>
            </a:prstGeom>
          </p:spPr>
        </p:pic>
        <p:pic>
          <p:nvPicPr>
            <p:cNvPr id="17" name="Picture 16"/>
            <p:cNvPicPr>
              <a:picLocks noChangeAspect="1"/>
            </p:cNvPicPr>
            <p:nvPr/>
          </p:nvPicPr>
          <p:blipFill rotWithShape="1">
            <a:blip r:embed="rId4">
              <a:extLst>
                <a:ext uri="{BEBA8EAE-BF5A-486C-A8C5-ECC9F3942E4B}">
                  <a14:imgProps xmlns:a14="http://schemas.microsoft.com/office/drawing/2010/main">
                    <a14:imgLayer r:embed="rId5">
                      <a14:imgEffect>
                        <a14:backgroundRemoval t="22080" b="74813" l="23682" r="74952">
                          <a14:foregroundMark x1="31934" y1="64844" x2="31934" y2="64844"/>
                          <a14:foregroundMark x1="32227" y1="70801" x2="32227" y2="70801"/>
                        </a14:backgroundRemoval>
                      </a14:imgEffect>
                    </a14:imgLayer>
                  </a14:imgProps>
                </a:ext>
                <a:ext uri="{28A0092B-C50C-407E-A947-70E740481C1C}">
                  <a14:useLocalDpi xmlns:a14="http://schemas.microsoft.com/office/drawing/2010/main" val="0"/>
                </a:ext>
              </a:extLst>
            </a:blip>
            <a:srcRect l="17273" t="15488" r="18639" b="18595"/>
            <a:stretch/>
          </p:blipFill>
          <p:spPr>
            <a:xfrm rot="20596665">
              <a:off x="6548546" y="1272431"/>
              <a:ext cx="653370" cy="672038"/>
            </a:xfrm>
            <a:prstGeom prst="rect">
              <a:avLst/>
            </a:prstGeom>
          </p:spPr>
        </p:pic>
        <p:pic>
          <p:nvPicPr>
            <p:cNvPr id="7" name="Picture 6"/>
            <p:cNvPicPr>
              <a:picLocks noChangeAspect="1"/>
            </p:cNvPicPr>
            <p:nvPr/>
          </p:nvPicPr>
          <p:blipFill rotWithShape="1">
            <a:blip r:embed="rId6">
              <a:extLst>
                <a:ext uri="{28A0092B-C50C-407E-A947-70E740481C1C}">
                  <a14:useLocalDpi xmlns:a14="http://schemas.microsoft.com/office/drawing/2010/main" val="0"/>
                </a:ext>
              </a:extLst>
            </a:blip>
            <a:srcRect l="12939" t="3844" r="10826" b="6538"/>
            <a:stretch/>
          </p:blipFill>
          <p:spPr>
            <a:xfrm>
              <a:off x="7439906" y="1334162"/>
              <a:ext cx="198849" cy="233761"/>
            </a:xfrm>
            <a:prstGeom prst="rect">
              <a:avLst/>
            </a:prstGeom>
          </p:spPr>
        </p:pic>
        <p:pic>
          <p:nvPicPr>
            <p:cNvPr id="8" name="Picture 7"/>
            <p:cNvPicPr>
              <a:picLocks noChangeAspect="1"/>
            </p:cNvPicPr>
            <p:nvPr/>
          </p:nvPicPr>
          <p:blipFill rotWithShape="1">
            <a:blip r:embed="rId7">
              <a:extLst>
                <a:ext uri="{28A0092B-C50C-407E-A947-70E740481C1C}">
                  <a14:useLocalDpi xmlns:a14="http://schemas.microsoft.com/office/drawing/2010/main" val="0"/>
                </a:ext>
              </a:extLst>
            </a:blip>
            <a:srcRect l="8527" t="7412" r="9876" b="7838"/>
            <a:stretch/>
          </p:blipFill>
          <p:spPr>
            <a:xfrm>
              <a:off x="5999240" y="1376167"/>
              <a:ext cx="189701" cy="177329"/>
            </a:xfrm>
            <a:prstGeom prst="rect">
              <a:avLst/>
            </a:prstGeom>
          </p:spPr>
        </p:pic>
        <p:pic>
          <p:nvPicPr>
            <p:cNvPr id="12" name="Picture 11"/>
            <p:cNvPicPr>
              <a:picLocks noChangeAspect="1"/>
            </p:cNvPicPr>
            <p:nvPr/>
          </p:nvPicPr>
          <p:blipFill rotWithShape="1">
            <a:blip r:embed="rId8">
              <a:extLst>
                <a:ext uri="{28A0092B-C50C-407E-A947-70E740481C1C}">
                  <a14:useLocalDpi xmlns:a14="http://schemas.microsoft.com/office/drawing/2010/main" val="0"/>
                </a:ext>
              </a:extLst>
            </a:blip>
            <a:srcRect l="13344" t="19077" r="19254" b="22761"/>
            <a:stretch/>
          </p:blipFill>
          <p:spPr>
            <a:xfrm>
              <a:off x="6757271" y="1464832"/>
              <a:ext cx="238940" cy="206182"/>
            </a:xfrm>
            <a:prstGeom prst="rect">
              <a:avLst/>
            </a:prstGeom>
          </p:spPr>
        </p:pic>
      </p:grpSp>
    </p:spTree>
    <p:extLst>
      <p:ext uri="{BB962C8B-B14F-4D97-AF65-F5344CB8AC3E}">
        <p14:creationId xmlns:p14="http://schemas.microsoft.com/office/powerpoint/2010/main" val="39857173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310" name="Google Shape;310;p39"/>
          <p:cNvSpPr txBox="1">
            <a:spLocks noGrp="1"/>
          </p:cNvSpPr>
          <p:nvPr>
            <p:ph type="title" idx="15"/>
          </p:nvPr>
        </p:nvSpPr>
        <p:spPr>
          <a:xfrm>
            <a:off x="719999" y="320091"/>
            <a:ext cx="7704000" cy="572700"/>
          </a:xfrm>
          <a:prstGeom prst="rect">
            <a:avLst/>
          </a:prstGeom>
        </p:spPr>
        <p:txBody>
          <a:bodyPr spcFirstLastPara="1" wrap="square" lIns="91425" tIns="91425" rIns="91425" bIns="91425" anchor="ctr" anchorCtr="0">
            <a:noAutofit/>
          </a:bodyPr>
          <a:lstStyle/>
          <a:p>
            <a:pPr lvl="0">
              <a:buSzPts val="1100"/>
            </a:pPr>
            <a:r>
              <a:rPr lang="en-US" sz="3200" dirty="0"/>
              <a:t>Interpretation of project </a:t>
            </a:r>
            <a:r>
              <a:rPr lang="en-US" sz="3200" dirty="0" smtClean="0"/>
              <a:t>Diagram</a:t>
            </a:r>
            <a:endParaRPr lang="en-US" sz="3200" dirty="0"/>
          </a:p>
        </p:txBody>
      </p:sp>
      <p:grpSp>
        <p:nvGrpSpPr>
          <p:cNvPr id="260" name="Group 259"/>
          <p:cNvGrpSpPr/>
          <p:nvPr/>
        </p:nvGrpSpPr>
        <p:grpSpPr>
          <a:xfrm>
            <a:off x="3365915" y="1076374"/>
            <a:ext cx="2314009" cy="2748277"/>
            <a:chOff x="3052778" y="970136"/>
            <a:chExt cx="2759023" cy="3276807"/>
          </a:xfrm>
        </p:grpSpPr>
        <p:grpSp>
          <p:nvGrpSpPr>
            <p:cNvPr id="257" name="Group 256"/>
            <p:cNvGrpSpPr/>
            <p:nvPr/>
          </p:nvGrpSpPr>
          <p:grpSpPr>
            <a:xfrm>
              <a:off x="3052778" y="1106997"/>
              <a:ext cx="2759023" cy="3139946"/>
              <a:chOff x="3967178" y="1051214"/>
              <a:chExt cx="3595829" cy="4092286"/>
            </a:xfrm>
          </p:grpSpPr>
          <p:grpSp>
            <p:nvGrpSpPr>
              <p:cNvPr id="14" name="Group 13"/>
              <p:cNvGrpSpPr/>
              <p:nvPr/>
            </p:nvGrpSpPr>
            <p:grpSpPr>
              <a:xfrm>
                <a:off x="4390369" y="1051214"/>
                <a:ext cx="2010431" cy="1872848"/>
                <a:chOff x="4390369" y="2074705"/>
                <a:chExt cx="2020612" cy="2417512"/>
              </a:xfrm>
            </p:grpSpPr>
            <p:sp>
              <p:nvSpPr>
                <p:cNvPr id="13" name="Oval 12"/>
                <p:cNvSpPr/>
                <p:nvPr/>
              </p:nvSpPr>
              <p:spPr>
                <a:xfrm>
                  <a:off x="5029200" y="2074705"/>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5029200" y="3006317"/>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5668031" y="3749267"/>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4390369" y="3749267"/>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2" name="Straight Connector 21"/>
              <p:cNvCxnSpPr/>
              <p:nvPr/>
            </p:nvCxnSpPr>
            <p:spPr>
              <a:xfrm flipH="1">
                <a:off x="5452804" y="2901620"/>
                <a:ext cx="428524" cy="42253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5008167" y="3324157"/>
                <a:ext cx="444636"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7563007" y="3903486"/>
                <a:ext cx="0" cy="1058556"/>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5008166" y="3324157"/>
                <a:ext cx="0" cy="727394"/>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5008166" y="4051551"/>
                <a:ext cx="139700" cy="18309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6286500" y="4796073"/>
                <a:ext cx="0" cy="34742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009992" y="4234649"/>
                <a:ext cx="0" cy="727394"/>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999831" y="4962042"/>
                <a:ext cx="1286669" cy="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6400800" y="4871313"/>
                <a:ext cx="0" cy="18145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6481762" y="4796073"/>
                <a:ext cx="0" cy="34742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6597650" y="4871313"/>
                <a:ext cx="0" cy="18145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V="1">
                <a:off x="6596062" y="4962043"/>
                <a:ext cx="966945" cy="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4957810" y="4155393"/>
                <a:ext cx="120206" cy="158512"/>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5759632" y="3903486"/>
                <a:ext cx="1803375"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5770529" y="3539789"/>
                <a:ext cx="0" cy="36369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V="1">
                <a:off x="5770529" y="3539787"/>
                <a:ext cx="469020" cy="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78" name="Isosceles Triangle 77"/>
              <p:cNvSpPr/>
              <p:nvPr/>
            </p:nvSpPr>
            <p:spPr>
              <a:xfrm>
                <a:off x="6049724" y="3332312"/>
                <a:ext cx="179557" cy="204291"/>
              </a:xfrm>
              <a:prstGeom prst="triangl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Connector 82"/>
              <p:cNvCxnSpPr/>
              <p:nvPr/>
            </p:nvCxnSpPr>
            <p:spPr>
              <a:xfrm>
                <a:off x="4149969" y="3536603"/>
                <a:ext cx="867944"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4145834" y="3539789"/>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pic>
            <p:nvPicPr>
              <p:cNvPr id="86" name="Picture 8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3883946" y="3988936"/>
                <a:ext cx="503195" cy="169090"/>
              </a:xfrm>
              <a:prstGeom prst="rect">
                <a:avLst/>
              </a:prstGeom>
            </p:spPr>
          </p:pic>
          <p:cxnSp>
            <p:nvCxnSpPr>
              <p:cNvPr id="88" name="Straight Connector 87"/>
              <p:cNvCxnSpPr/>
              <p:nvPr/>
            </p:nvCxnSpPr>
            <p:spPr>
              <a:xfrm>
                <a:off x="4145834" y="4313905"/>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4149969" y="4596000"/>
                <a:ext cx="326781"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4476750" y="4589218"/>
                <a:ext cx="0" cy="16394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4476750" y="4753163"/>
                <a:ext cx="531416"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a:off x="4050998" y="3932433"/>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3967178" y="3932433"/>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a:stCxn id="13" idx="4"/>
                <a:endCxn id="19" idx="0"/>
              </p:cNvCxnSpPr>
              <p:nvPr/>
            </p:nvCxnSpPr>
            <p:spPr>
              <a:xfrm>
                <a:off x="5395585" y="1626778"/>
                <a:ext cx="0" cy="146156"/>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a:stCxn id="19" idx="3"/>
                <a:endCxn id="21" idx="7"/>
              </p:cNvCxnSpPr>
              <p:nvPr/>
            </p:nvCxnSpPr>
            <p:spPr>
              <a:xfrm flipH="1">
                <a:off x="5021322" y="2264209"/>
                <a:ext cx="112913" cy="168578"/>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a:stCxn id="19" idx="5"/>
                <a:endCxn id="20" idx="1"/>
              </p:cNvCxnSpPr>
              <p:nvPr/>
            </p:nvCxnSpPr>
            <p:spPr>
              <a:xfrm>
                <a:off x="5656934" y="2264209"/>
                <a:ext cx="112913" cy="168578"/>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259" name="Equal 258"/>
            <p:cNvSpPr/>
            <p:nvPr/>
          </p:nvSpPr>
          <p:spPr>
            <a:xfrm rot="18842044">
              <a:off x="4715487" y="2414190"/>
              <a:ext cx="396017" cy="159078"/>
            </a:xfrm>
            <a:prstGeom prst="mathEqual">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0" name="Equal 139"/>
            <p:cNvSpPr/>
            <p:nvPr/>
          </p:nvSpPr>
          <p:spPr>
            <a:xfrm rot="4603541">
              <a:off x="3120389" y="2289128"/>
              <a:ext cx="396017" cy="159078"/>
            </a:xfrm>
            <a:prstGeom prst="mathEqual">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1" name="Equal 140"/>
            <p:cNvSpPr/>
            <p:nvPr/>
          </p:nvSpPr>
          <p:spPr>
            <a:xfrm rot="10800000">
              <a:off x="3970570" y="970136"/>
              <a:ext cx="396017" cy="159078"/>
            </a:xfrm>
            <a:prstGeom prst="mathEqual">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7" name="Group 16"/>
          <p:cNvGrpSpPr/>
          <p:nvPr/>
        </p:nvGrpSpPr>
        <p:grpSpPr>
          <a:xfrm>
            <a:off x="4712530" y="1271163"/>
            <a:ext cx="4142197" cy="1864902"/>
            <a:chOff x="4399014" y="1668721"/>
            <a:chExt cx="4142197" cy="1864902"/>
          </a:xfrm>
        </p:grpSpPr>
        <p:sp>
          <p:nvSpPr>
            <p:cNvPr id="138" name="TextBox 137"/>
            <p:cNvSpPr txBox="1"/>
            <p:nvPr/>
          </p:nvSpPr>
          <p:spPr>
            <a:xfrm>
              <a:off x="5859435" y="2371923"/>
              <a:ext cx="1560539" cy="307777"/>
            </a:xfrm>
            <a:prstGeom prst="rect">
              <a:avLst/>
            </a:prstGeom>
            <a:noFill/>
          </p:spPr>
          <p:txBody>
            <a:bodyPr wrap="square" rtlCol="0">
              <a:spAutoFit/>
            </a:bodyPr>
            <a:lstStyle/>
            <a:p>
              <a:r>
                <a:rPr lang="en-US" b="1" dirty="0" smtClean="0">
                  <a:solidFill>
                    <a:srgbClr val="002060"/>
                  </a:solidFill>
                  <a:latin typeface="Anaheim" panose="020B0604020202020204" charset="0"/>
                </a:rPr>
                <a:t>Fidget spinner</a:t>
              </a:r>
              <a:endParaRPr lang="en-US" b="1" dirty="0">
                <a:solidFill>
                  <a:srgbClr val="002060"/>
                </a:solidFill>
                <a:latin typeface="Anaheim" panose="020B0604020202020204" charset="0"/>
              </a:endParaRPr>
            </a:p>
          </p:txBody>
        </p:sp>
        <p:cxnSp>
          <p:nvCxnSpPr>
            <p:cNvPr id="4" name="Straight Arrow Connector 3"/>
            <p:cNvCxnSpPr/>
            <p:nvPr/>
          </p:nvCxnSpPr>
          <p:spPr>
            <a:xfrm flipV="1">
              <a:off x="4399014" y="2044749"/>
              <a:ext cx="1348186" cy="12448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5467811" y="2706107"/>
              <a:ext cx="3073400" cy="827516"/>
              <a:chOff x="6132891" y="1875811"/>
              <a:chExt cx="3073400" cy="827516"/>
            </a:xfrm>
          </p:grpSpPr>
          <p:sp>
            <p:nvSpPr>
              <p:cNvPr id="134" name="Google Shape;762;p46"/>
              <p:cNvSpPr/>
              <p:nvPr/>
            </p:nvSpPr>
            <p:spPr>
              <a:xfrm>
                <a:off x="6132891" y="1875811"/>
                <a:ext cx="3073400" cy="827516"/>
              </a:xfrm>
              <a:prstGeom prst="rect">
                <a:avLst/>
              </a:prstGeom>
              <a:solidFill>
                <a:schemeClr val="accent1"/>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TextBox 131"/>
              <p:cNvSpPr txBox="1"/>
              <p:nvPr/>
            </p:nvSpPr>
            <p:spPr>
              <a:xfrm>
                <a:off x="6132891" y="1915716"/>
                <a:ext cx="3073400" cy="646331"/>
              </a:xfrm>
              <a:prstGeom prst="rect">
                <a:avLst/>
              </a:prstGeom>
              <a:noFill/>
            </p:spPr>
            <p:txBody>
              <a:bodyPr wrap="square" rtlCol="0">
                <a:spAutoFit/>
              </a:bodyPr>
              <a:lstStyle/>
              <a:p>
                <a:r>
                  <a:rPr lang="en-US" sz="1200" dirty="0">
                    <a:latin typeface="Anaheim" panose="020B0604020202020204" charset="0"/>
                  </a:rPr>
                  <a:t>A fidget spinner is a toy that consists of a ball bearing in the center and it is designed to spin along its Axis with pressure</a:t>
                </a:r>
              </a:p>
            </p:txBody>
          </p:sp>
        </p:grpSp>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l="10544" t="9635" r="8075" b="7903"/>
            <a:stretch/>
          </p:blipFill>
          <p:spPr>
            <a:xfrm>
              <a:off x="6078046" y="1668721"/>
              <a:ext cx="773724" cy="705597"/>
            </a:xfrm>
            <a:prstGeom prst="rect">
              <a:avLst/>
            </a:prstGeom>
          </p:spPr>
        </p:pic>
      </p:grpSp>
      <p:grpSp>
        <p:nvGrpSpPr>
          <p:cNvPr id="46" name="Group 45"/>
          <p:cNvGrpSpPr/>
          <p:nvPr/>
        </p:nvGrpSpPr>
        <p:grpSpPr>
          <a:xfrm>
            <a:off x="219798" y="2378515"/>
            <a:ext cx="3018130" cy="1917099"/>
            <a:chOff x="171466" y="2869423"/>
            <a:chExt cx="3018130" cy="1917099"/>
          </a:xfrm>
        </p:grpSpPr>
        <p:cxnSp>
          <p:nvCxnSpPr>
            <p:cNvPr id="144" name="Straight Arrow Connector 143"/>
            <p:cNvCxnSpPr>
              <a:endCxn id="39" idx="3"/>
            </p:cNvCxnSpPr>
            <p:nvPr/>
          </p:nvCxnSpPr>
          <p:spPr>
            <a:xfrm flipH="1" flipV="1">
              <a:off x="2075808" y="3239534"/>
              <a:ext cx="1113788" cy="31719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nvGrpSpPr>
            <p:cNvPr id="42" name="Group 41"/>
            <p:cNvGrpSpPr/>
            <p:nvPr/>
          </p:nvGrpSpPr>
          <p:grpSpPr>
            <a:xfrm>
              <a:off x="171466" y="2869423"/>
              <a:ext cx="3004023" cy="1917099"/>
              <a:chOff x="-614288" y="1791339"/>
              <a:chExt cx="3073400" cy="1917099"/>
            </a:xfrm>
          </p:grpSpPr>
          <p:grpSp>
            <p:nvGrpSpPr>
              <p:cNvPr id="143" name="Group 142"/>
              <p:cNvGrpSpPr/>
              <p:nvPr/>
            </p:nvGrpSpPr>
            <p:grpSpPr>
              <a:xfrm>
                <a:off x="-614288" y="2526278"/>
                <a:ext cx="3073400" cy="1182160"/>
                <a:chOff x="9537863" y="1019186"/>
                <a:chExt cx="3073400" cy="1182160"/>
              </a:xfrm>
            </p:grpSpPr>
            <p:sp>
              <p:nvSpPr>
                <p:cNvPr id="145" name="TextBox 144"/>
                <p:cNvSpPr txBox="1"/>
                <p:nvPr/>
              </p:nvSpPr>
              <p:spPr>
                <a:xfrm>
                  <a:off x="10246170" y="1019186"/>
                  <a:ext cx="2126805" cy="307777"/>
                </a:xfrm>
                <a:prstGeom prst="rect">
                  <a:avLst/>
                </a:prstGeom>
                <a:noFill/>
              </p:spPr>
              <p:txBody>
                <a:bodyPr wrap="square" rtlCol="0">
                  <a:spAutoFit/>
                </a:bodyPr>
                <a:lstStyle/>
                <a:p>
                  <a:r>
                    <a:rPr lang="en-US" b="1" dirty="0" err="1" smtClean="0">
                      <a:solidFill>
                        <a:srgbClr val="002060"/>
                      </a:solidFill>
                      <a:latin typeface="Anaheim" panose="020B0604020202020204" charset="0"/>
                    </a:rPr>
                    <a:t>Electromagnatic</a:t>
                  </a:r>
                  <a:r>
                    <a:rPr lang="en-US" b="1" dirty="0" smtClean="0">
                      <a:solidFill>
                        <a:srgbClr val="002060"/>
                      </a:solidFill>
                      <a:latin typeface="Anaheim" panose="020B0604020202020204" charset="0"/>
                    </a:rPr>
                    <a:t> Coil</a:t>
                  </a:r>
                  <a:endParaRPr lang="en-US" b="1" dirty="0">
                    <a:solidFill>
                      <a:srgbClr val="002060"/>
                    </a:solidFill>
                    <a:latin typeface="Anaheim" panose="020B0604020202020204" charset="0"/>
                  </a:endParaRPr>
                </a:p>
              </p:txBody>
            </p:sp>
            <p:grpSp>
              <p:nvGrpSpPr>
                <p:cNvPr id="146" name="Group 145"/>
                <p:cNvGrpSpPr/>
                <p:nvPr/>
              </p:nvGrpSpPr>
              <p:grpSpPr>
                <a:xfrm>
                  <a:off x="9537863" y="1330444"/>
                  <a:ext cx="3073400" cy="870902"/>
                  <a:chOff x="6132891" y="1875811"/>
                  <a:chExt cx="3073400" cy="870902"/>
                </a:xfrm>
              </p:grpSpPr>
              <p:sp>
                <p:nvSpPr>
                  <p:cNvPr id="148" name="Google Shape;762;p46"/>
                  <p:cNvSpPr/>
                  <p:nvPr/>
                </p:nvSpPr>
                <p:spPr>
                  <a:xfrm>
                    <a:off x="6132891" y="1875811"/>
                    <a:ext cx="3073400" cy="827516"/>
                  </a:xfrm>
                  <a:prstGeom prst="rect">
                    <a:avLst/>
                  </a:prstGeom>
                  <a:solidFill>
                    <a:schemeClr val="accent1"/>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TextBox 148"/>
                  <p:cNvSpPr txBox="1"/>
                  <p:nvPr/>
                </p:nvSpPr>
                <p:spPr>
                  <a:xfrm>
                    <a:off x="6132891" y="1915716"/>
                    <a:ext cx="3073400" cy="830997"/>
                  </a:xfrm>
                  <a:prstGeom prst="rect">
                    <a:avLst/>
                  </a:prstGeom>
                  <a:noFill/>
                </p:spPr>
                <p:txBody>
                  <a:bodyPr wrap="square" rtlCol="0">
                    <a:spAutoFit/>
                  </a:bodyPr>
                  <a:lstStyle/>
                  <a:p>
                    <a:pPr algn="just"/>
                    <a:r>
                      <a:rPr lang="en-US" sz="1200" dirty="0">
                        <a:latin typeface="Anaheim" panose="020B0604020202020204" charset="0"/>
                      </a:rPr>
                      <a:t>Electromagnetic coils are used in electrical engineering in applications where electric currents interact with the magnetic field</a:t>
                    </a:r>
                    <a:br>
                      <a:rPr lang="en-US" sz="1200" dirty="0">
                        <a:latin typeface="Anaheim" panose="020B0604020202020204" charset="0"/>
                      </a:rPr>
                    </a:br>
                    <a:endParaRPr lang="en-US" sz="1200" dirty="0">
                      <a:latin typeface="Anaheim" panose="020B0604020202020204" charset="0"/>
                    </a:endParaRPr>
                  </a:p>
                </p:txBody>
              </p:sp>
            </p:grpSp>
          </p:grpSp>
          <p:pic>
            <p:nvPicPr>
              <p:cNvPr id="39" name="Picture 3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3813" y="1791339"/>
                <a:ext cx="740221" cy="740221"/>
              </a:xfrm>
              <a:prstGeom prst="rect">
                <a:avLst/>
              </a:prstGeom>
            </p:spPr>
          </p:pic>
        </p:grpSp>
      </p:grpSp>
    </p:spTree>
    <p:extLst>
      <p:ext uri="{BB962C8B-B14F-4D97-AF65-F5344CB8AC3E}">
        <p14:creationId xmlns:p14="http://schemas.microsoft.com/office/powerpoint/2010/main" val="8761343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grpSp>
        <p:nvGrpSpPr>
          <p:cNvPr id="260" name="Group 259"/>
          <p:cNvGrpSpPr/>
          <p:nvPr/>
        </p:nvGrpSpPr>
        <p:grpSpPr>
          <a:xfrm>
            <a:off x="3365915" y="1076374"/>
            <a:ext cx="2314009" cy="2748277"/>
            <a:chOff x="3052778" y="970136"/>
            <a:chExt cx="2759023" cy="3276807"/>
          </a:xfrm>
        </p:grpSpPr>
        <p:grpSp>
          <p:nvGrpSpPr>
            <p:cNvPr id="257" name="Group 256"/>
            <p:cNvGrpSpPr/>
            <p:nvPr/>
          </p:nvGrpSpPr>
          <p:grpSpPr>
            <a:xfrm>
              <a:off x="3052778" y="1106997"/>
              <a:ext cx="2759023" cy="3139946"/>
              <a:chOff x="3967178" y="1051214"/>
              <a:chExt cx="3595829" cy="4092286"/>
            </a:xfrm>
          </p:grpSpPr>
          <p:grpSp>
            <p:nvGrpSpPr>
              <p:cNvPr id="14" name="Group 13"/>
              <p:cNvGrpSpPr/>
              <p:nvPr/>
            </p:nvGrpSpPr>
            <p:grpSpPr>
              <a:xfrm>
                <a:off x="4390369" y="1051214"/>
                <a:ext cx="2010431" cy="1872848"/>
                <a:chOff x="4390369" y="2074705"/>
                <a:chExt cx="2020612" cy="2417512"/>
              </a:xfrm>
            </p:grpSpPr>
            <p:sp>
              <p:nvSpPr>
                <p:cNvPr id="13" name="Oval 12"/>
                <p:cNvSpPr/>
                <p:nvPr/>
              </p:nvSpPr>
              <p:spPr>
                <a:xfrm>
                  <a:off x="5029200" y="2074705"/>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5029200" y="3006317"/>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5668031" y="3749267"/>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4390369" y="3749267"/>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2" name="Straight Connector 21"/>
              <p:cNvCxnSpPr/>
              <p:nvPr/>
            </p:nvCxnSpPr>
            <p:spPr>
              <a:xfrm flipH="1">
                <a:off x="5452804" y="2901620"/>
                <a:ext cx="428524" cy="42253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5008167" y="3324157"/>
                <a:ext cx="444636"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7563007" y="3903486"/>
                <a:ext cx="0" cy="1058556"/>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5008166" y="3324157"/>
                <a:ext cx="0" cy="727394"/>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5008166" y="4051551"/>
                <a:ext cx="139700" cy="18309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6286500" y="4796073"/>
                <a:ext cx="0" cy="34742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009992" y="4234649"/>
                <a:ext cx="0" cy="727394"/>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999831" y="4962042"/>
                <a:ext cx="1286669" cy="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6400800" y="4871313"/>
                <a:ext cx="0" cy="18145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6481762" y="4796073"/>
                <a:ext cx="0" cy="34742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6597650" y="4871313"/>
                <a:ext cx="0" cy="18145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V="1">
                <a:off x="6596062" y="4962043"/>
                <a:ext cx="966945" cy="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4957810" y="4155393"/>
                <a:ext cx="120206" cy="158512"/>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5759632" y="3903486"/>
                <a:ext cx="1803375"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5770529" y="3539789"/>
                <a:ext cx="0" cy="36369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V="1">
                <a:off x="5770529" y="3539787"/>
                <a:ext cx="469020" cy="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78" name="Isosceles Triangle 77"/>
              <p:cNvSpPr/>
              <p:nvPr/>
            </p:nvSpPr>
            <p:spPr>
              <a:xfrm>
                <a:off x="6049724" y="3332312"/>
                <a:ext cx="179557" cy="204291"/>
              </a:xfrm>
              <a:prstGeom prst="triangl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Connector 82"/>
              <p:cNvCxnSpPr/>
              <p:nvPr/>
            </p:nvCxnSpPr>
            <p:spPr>
              <a:xfrm>
                <a:off x="4149969" y="3536603"/>
                <a:ext cx="867944"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4145834" y="3539789"/>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pic>
            <p:nvPicPr>
              <p:cNvPr id="86" name="Picture 8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3883946" y="3988936"/>
                <a:ext cx="503195" cy="169090"/>
              </a:xfrm>
              <a:prstGeom prst="rect">
                <a:avLst/>
              </a:prstGeom>
            </p:spPr>
          </p:pic>
          <p:cxnSp>
            <p:nvCxnSpPr>
              <p:cNvPr id="88" name="Straight Connector 87"/>
              <p:cNvCxnSpPr/>
              <p:nvPr/>
            </p:nvCxnSpPr>
            <p:spPr>
              <a:xfrm>
                <a:off x="4145834" y="4313905"/>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4149969" y="4596000"/>
                <a:ext cx="326781"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4476750" y="4589218"/>
                <a:ext cx="0" cy="16394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4476750" y="4753163"/>
                <a:ext cx="531416"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a:off x="4050998" y="3932433"/>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3967178" y="3932433"/>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a:stCxn id="13" idx="4"/>
                <a:endCxn id="19" idx="0"/>
              </p:cNvCxnSpPr>
              <p:nvPr/>
            </p:nvCxnSpPr>
            <p:spPr>
              <a:xfrm>
                <a:off x="5395585" y="1626778"/>
                <a:ext cx="0" cy="146156"/>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a:stCxn id="19" idx="3"/>
                <a:endCxn id="21" idx="7"/>
              </p:cNvCxnSpPr>
              <p:nvPr/>
            </p:nvCxnSpPr>
            <p:spPr>
              <a:xfrm flipH="1">
                <a:off x="5021322" y="2264209"/>
                <a:ext cx="112913" cy="168578"/>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a:stCxn id="19" idx="5"/>
                <a:endCxn id="20" idx="1"/>
              </p:cNvCxnSpPr>
              <p:nvPr/>
            </p:nvCxnSpPr>
            <p:spPr>
              <a:xfrm>
                <a:off x="5656934" y="2264209"/>
                <a:ext cx="112913" cy="168578"/>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259" name="Equal 258"/>
            <p:cNvSpPr/>
            <p:nvPr/>
          </p:nvSpPr>
          <p:spPr>
            <a:xfrm rot="18842044">
              <a:off x="4715487" y="2414190"/>
              <a:ext cx="396017" cy="159078"/>
            </a:xfrm>
            <a:prstGeom prst="mathEqual">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0" name="Equal 139"/>
            <p:cNvSpPr/>
            <p:nvPr/>
          </p:nvSpPr>
          <p:spPr>
            <a:xfrm rot="4603541">
              <a:off x="3120389" y="2289128"/>
              <a:ext cx="396017" cy="159078"/>
            </a:xfrm>
            <a:prstGeom prst="mathEqual">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1" name="Equal 140"/>
            <p:cNvSpPr/>
            <p:nvPr/>
          </p:nvSpPr>
          <p:spPr>
            <a:xfrm rot="10800000">
              <a:off x="3970570" y="970136"/>
              <a:ext cx="396017" cy="159078"/>
            </a:xfrm>
            <a:prstGeom prst="mathEqual">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6" name="Group 5"/>
          <p:cNvGrpSpPr/>
          <p:nvPr/>
        </p:nvGrpSpPr>
        <p:grpSpPr>
          <a:xfrm>
            <a:off x="197598" y="2288293"/>
            <a:ext cx="3222257" cy="2165413"/>
            <a:chOff x="197598" y="2288293"/>
            <a:chExt cx="3222257" cy="2165413"/>
          </a:xfrm>
        </p:grpSpPr>
        <p:grpSp>
          <p:nvGrpSpPr>
            <p:cNvPr id="24" name="Group 23"/>
            <p:cNvGrpSpPr/>
            <p:nvPr/>
          </p:nvGrpSpPr>
          <p:grpSpPr>
            <a:xfrm>
              <a:off x="197598" y="2426282"/>
              <a:ext cx="3073400" cy="2027424"/>
              <a:chOff x="9537863" y="173922"/>
              <a:chExt cx="3073400" cy="2027424"/>
            </a:xfrm>
          </p:grpSpPr>
          <p:sp>
            <p:nvSpPr>
              <p:cNvPr id="124" name="TextBox 123"/>
              <p:cNvSpPr txBox="1"/>
              <p:nvPr/>
            </p:nvSpPr>
            <p:spPr>
              <a:xfrm>
                <a:off x="10246170" y="1019186"/>
                <a:ext cx="2126805" cy="307777"/>
              </a:xfrm>
              <a:prstGeom prst="rect">
                <a:avLst/>
              </a:prstGeom>
              <a:noFill/>
            </p:spPr>
            <p:txBody>
              <a:bodyPr wrap="square" rtlCol="0">
                <a:spAutoFit/>
              </a:bodyPr>
              <a:lstStyle/>
              <a:p>
                <a:r>
                  <a:rPr lang="en-US" b="1" dirty="0" smtClean="0">
                    <a:solidFill>
                      <a:srgbClr val="002060"/>
                    </a:solidFill>
                    <a:latin typeface="Anaheim" panose="020B0604020202020204" charset="0"/>
                  </a:rPr>
                  <a:t>Neodymium Magnet</a:t>
                </a:r>
                <a:endParaRPr lang="en-US" b="1" dirty="0">
                  <a:solidFill>
                    <a:srgbClr val="002060"/>
                  </a:solidFill>
                  <a:latin typeface="Anaheim" panose="020B0604020202020204" charset="0"/>
                </a:endParaRPr>
              </a:p>
            </p:txBody>
          </p:sp>
          <p:grpSp>
            <p:nvGrpSpPr>
              <p:cNvPr id="125" name="Group 124"/>
              <p:cNvGrpSpPr/>
              <p:nvPr/>
            </p:nvGrpSpPr>
            <p:grpSpPr>
              <a:xfrm>
                <a:off x="9537863" y="1330444"/>
                <a:ext cx="3073400" cy="870902"/>
                <a:chOff x="6132891" y="1875811"/>
                <a:chExt cx="3073400" cy="870902"/>
              </a:xfrm>
            </p:grpSpPr>
            <p:sp>
              <p:nvSpPr>
                <p:cNvPr id="126" name="Google Shape;762;p46"/>
                <p:cNvSpPr/>
                <p:nvPr/>
              </p:nvSpPr>
              <p:spPr>
                <a:xfrm>
                  <a:off x="6132891" y="1875811"/>
                  <a:ext cx="3073400" cy="827516"/>
                </a:xfrm>
                <a:prstGeom prst="rect">
                  <a:avLst/>
                </a:prstGeom>
                <a:solidFill>
                  <a:schemeClr val="accent1"/>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TextBox 126"/>
                <p:cNvSpPr txBox="1"/>
                <p:nvPr/>
              </p:nvSpPr>
              <p:spPr>
                <a:xfrm>
                  <a:off x="6132891" y="1915716"/>
                  <a:ext cx="3073400" cy="830997"/>
                </a:xfrm>
                <a:prstGeom prst="rect">
                  <a:avLst/>
                </a:prstGeom>
                <a:noFill/>
              </p:spPr>
              <p:txBody>
                <a:bodyPr wrap="square" rtlCol="0">
                  <a:spAutoFit/>
                </a:bodyPr>
                <a:lstStyle/>
                <a:p>
                  <a:pPr algn="just"/>
                  <a:r>
                    <a:rPr lang="en-US" sz="1200" dirty="0">
                      <a:latin typeface="Anaheim" panose="020B0604020202020204" charset="0"/>
                    </a:rPr>
                    <a:t>A neodymium magnet is the most widely used type of rare Earth magnet. This type of magnet is made from an alloy of neodymium, iron, and boron</a:t>
                  </a:r>
                </a:p>
              </p:txBody>
            </p:sp>
          </p:grpSp>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10653671" y="173922"/>
                <a:ext cx="841783" cy="841783"/>
              </a:xfrm>
              <a:prstGeom prst="rect">
                <a:avLst/>
              </a:prstGeom>
            </p:spPr>
          </p:pic>
        </p:grpSp>
        <p:cxnSp>
          <p:nvCxnSpPr>
            <p:cNvPr id="128" name="Straight Arrow Connector 127"/>
            <p:cNvCxnSpPr/>
            <p:nvPr/>
          </p:nvCxnSpPr>
          <p:spPr>
            <a:xfrm flipH="1">
              <a:off x="2371980" y="2288293"/>
              <a:ext cx="1047875" cy="342933"/>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p:cNvGrpSpPr/>
          <p:nvPr/>
        </p:nvGrpSpPr>
        <p:grpSpPr>
          <a:xfrm>
            <a:off x="4874225" y="1487450"/>
            <a:ext cx="4111880" cy="2664654"/>
            <a:chOff x="5674898" y="-3213257"/>
            <a:chExt cx="3987658" cy="2877318"/>
          </a:xfrm>
        </p:grpSpPr>
        <p:grpSp>
          <p:nvGrpSpPr>
            <p:cNvPr id="129" name="Group 128"/>
            <p:cNvGrpSpPr/>
            <p:nvPr/>
          </p:nvGrpSpPr>
          <p:grpSpPr>
            <a:xfrm>
              <a:off x="5674898" y="-2449642"/>
              <a:ext cx="3987658" cy="2113703"/>
              <a:chOff x="4546945" y="2276663"/>
              <a:chExt cx="3987658" cy="2113704"/>
            </a:xfrm>
          </p:grpSpPr>
          <p:grpSp>
            <p:nvGrpSpPr>
              <p:cNvPr id="130" name="Group 129"/>
              <p:cNvGrpSpPr/>
              <p:nvPr/>
            </p:nvGrpSpPr>
            <p:grpSpPr>
              <a:xfrm>
                <a:off x="5445913" y="2379567"/>
                <a:ext cx="3088690" cy="2010800"/>
                <a:chOff x="9522573" y="1042619"/>
                <a:chExt cx="3088690" cy="2010800"/>
              </a:xfrm>
            </p:grpSpPr>
            <p:sp>
              <p:nvSpPr>
                <p:cNvPr id="133" name="TextBox 132"/>
                <p:cNvSpPr txBox="1"/>
                <p:nvPr/>
              </p:nvSpPr>
              <p:spPr>
                <a:xfrm>
                  <a:off x="10484495" y="1042619"/>
                  <a:ext cx="1126536" cy="307777"/>
                </a:xfrm>
                <a:prstGeom prst="rect">
                  <a:avLst/>
                </a:prstGeom>
                <a:noFill/>
              </p:spPr>
              <p:txBody>
                <a:bodyPr wrap="square" rtlCol="0">
                  <a:spAutoFit/>
                </a:bodyPr>
                <a:lstStyle/>
                <a:p>
                  <a:r>
                    <a:rPr lang="en-US" b="1" dirty="0" smtClean="0">
                      <a:solidFill>
                        <a:srgbClr val="002060"/>
                      </a:solidFill>
                      <a:latin typeface="Anaheim" panose="020B0604020202020204" charset="0"/>
                    </a:rPr>
                    <a:t>Reed Switch</a:t>
                  </a:r>
                  <a:endParaRPr lang="en-US" b="1" dirty="0">
                    <a:solidFill>
                      <a:srgbClr val="002060"/>
                    </a:solidFill>
                    <a:latin typeface="Anaheim" panose="020B0604020202020204" charset="0"/>
                  </a:endParaRPr>
                </a:p>
              </p:txBody>
            </p:sp>
            <p:grpSp>
              <p:nvGrpSpPr>
                <p:cNvPr id="135" name="Group 134"/>
                <p:cNvGrpSpPr/>
                <p:nvPr/>
              </p:nvGrpSpPr>
              <p:grpSpPr>
                <a:xfrm>
                  <a:off x="9522573" y="1330444"/>
                  <a:ext cx="3088690" cy="1722975"/>
                  <a:chOff x="6117601" y="1875811"/>
                  <a:chExt cx="3088690" cy="1722975"/>
                </a:xfrm>
              </p:grpSpPr>
              <p:sp>
                <p:nvSpPr>
                  <p:cNvPr id="137" name="Google Shape;762;p46"/>
                  <p:cNvSpPr/>
                  <p:nvPr/>
                </p:nvSpPr>
                <p:spPr>
                  <a:xfrm>
                    <a:off x="6132891" y="1875811"/>
                    <a:ext cx="3073400" cy="1549892"/>
                  </a:xfrm>
                  <a:prstGeom prst="rect">
                    <a:avLst/>
                  </a:prstGeom>
                  <a:solidFill>
                    <a:schemeClr val="accent1"/>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TextBox 138"/>
                  <p:cNvSpPr txBox="1"/>
                  <p:nvPr/>
                </p:nvSpPr>
                <p:spPr>
                  <a:xfrm>
                    <a:off x="6117601" y="1903852"/>
                    <a:ext cx="3073400" cy="1694934"/>
                  </a:xfrm>
                  <a:prstGeom prst="rect">
                    <a:avLst/>
                  </a:prstGeom>
                  <a:noFill/>
                </p:spPr>
                <p:txBody>
                  <a:bodyPr wrap="square" rtlCol="0">
                    <a:spAutoFit/>
                  </a:bodyPr>
                  <a:lstStyle/>
                  <a:p>
                    <a:pPr algn="just"/>
                    <a:r>
                      <a:rPr lang="en-US" sz="1200" dirty="0" smtClean="0">
                        <a:latin typeface="Anaheim" panose="020B0604020202020204" charset="0"/>
                      </a:rPr>
                      <a:t>The reed switch which is an electro-mechanical switch it is to control the flow of electricity in a circuit are made from two or more ferrous reeds encased within a small glass tube-like envelope, which become magnetized and move together or separate when a magnetic field is moved towards the switch.</a:t>
                    </a:r>
                    <a:endParaRPr lang="en-US" sz="1200" dirty="0">
                      <a:latin typeface="Anaheim" panose="020B0604020202020204" charset="0"/>
                    </a:endParaRPr>
                  </a:p>
                </p:txBody>
              </p:sp>
            </p:grpSp>
          </p:grpSp>
          <p:cxnSp>
            <p:nvCxnSpPr>
              <p:cNvPr id="131" name="Straight Arrow Connector 130"/>
              <p:cNvCxnSpPr/>
              <p:nvPr/>
            </p:nvCxnSpPr>
            <p:spPr>
              <a:xfrm flipV="1">
                <a:off x="4546945" y="2276663"/>
                <a:ext cx="1713981" cy="525667"/>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pic>
          <p:nvPicPr>
            <p:cNvPr id="27" name="Picture 2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58389" y="-3213257"/>
              <a:ext cx="881335" cy="881335"/>
            </a:xfrm>
            <a:prstGeom prst="rect">
              <a:avLst/>
            </a:prstGeom>
          </p:spPr>
        </p:pic>
      </p:grpSp>
    </p:spTree>
    <p:extLst>
      <p:ext uri="{BB962C8B-B14F-4D97-AF65-F5344CB8AC3E}">
        <p14:creationId xmlns:p14="http://schemas.microsoft.com/office/powerpoint/2010/main" val="32760553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grpSp>
        <p:nvGrpSpPr>
          <p:cNvPr id="260" name="Group 259"/>
          <p:cNvGrpSpPr/>
          <p:nvPr/>
        </p:nvGrpSpPr>
        <p:grpSpPr>
          <a:xfrm>
            <a:off x="3365915" y="1076374"/>
            <a:ext cx="2314009" cy="2748277"/>
            <a:chOff x="3052778" y="970136"/>
            <a:chExt cx="2759023" cy="3276807"/>
          </a:xfrm>
        </p:grpSpPr>
        <p:grpSp>
          <p:nvGrpSpPr>
            <p:cNvPr id="257" name="Group 256"/>
            <p:cNvGrpSpPr/>
            <p:nvPr/>
          </p:nvGrpSpPr>
          <p:grpSpPr>
            <a:xfrm>
              <a:off x="3052778" y="1106997"/>
              <a:ext cx="2759023" cy="3139946"/>
              <a:chOff x="3967178" y="1051214"/>
              <a:chExt cx="3595829" cy="4092286"/>
            </a:xfrm>
          </p:grpSpPr>
          <p:grpSp>
            <p:nvGrpSpPr>
              <p:cNvPr id="14" name="Group 13"/>
              <p:cNvGrpSpPr/>
              <p:nvPr/>
            </p:nvGrpSpPr>
            <p:grpSpPr>
              <a:xfrm>
                <a:off x="4390369" y="1051214"/>
                <a:ext cx="2010431" cy="1872848"/>
                <a:chOff x="4390369" y="2074705"/>
                <a:chExt cx="2020612" cy="2417512"/>
              </a:xfrm>
            </p:grpSpPr>
            <p:sp>
              <p:nvSpPr>
                <p:cNvPr id="13" name="Oval 12"/>
                <p:cNvSpPr/>
                <p:nvPr/>
              </p:nvSpPr>
              <p:spPr>
                <a:xfrm>
                  <a:off x="5029200" y="2074705"/>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5029200" y="3006317"/>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5668031" y="3749267"/>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4390369" y="3749267"/>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2" name="Straight Connector 21"/>
              <p:cNvCxnSpPr/>
              <p:nvPr/>
            </p:nvCxnSpPr>
            <p:spPr>
              <a:xfrm flipH="1">
                <a:off x="5452804" y="2901620"/>
                <a:ext cx="428524" cy="42253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5008167" y="3324157"/>
                <a:ext cx="444636"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7563007" y="3903486"/>
                <a:ext cx="0" cy="1058556"/>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5008166" y="3324157"/>
                <a:ext cx="0" cy="727394"/>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5008166" y="4051551"/>
                <a:ext cx="139700" cy="18309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6286500" y="4796073"/>
                <a:ext cx="0" cy="34742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009992" y="4234649"/>
                <a:ext cx="0" cy="727394"/>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999831" y="4962042"/>
                <a:ext cx="1286669" cy="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6400800" y="4871313"/>
                <a:ext cx="0" cy="18145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6481762" y="4796073"/>
                <a:ext cx="0" cy="34742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6597650" y="4871313"/>
                <a:ext cx="0" cy="18145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V="1">
                <a:off x="6596062" y="4962043"/>
                <a:ext cx="966945" cy="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4957810" y="4155393"/>
                <a:ext cx="120206" cy="158512"/>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5759632" y="3903486"/>
                <a:ext cx="1803375"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5770529" y="3539789"/>
                <a:ext cx="0" cy="36369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V="1">
                <a:off x="5770529" y="3539787"/>
                <a:ext cx="469020" cy="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78" name="Isosceles Triangle 77"/>
              <p:cNvSpPr/>
              <p:nvPr/>
            </p:nvSpPr>
            <p:spPr>
              <a:xfrm>
                <a:off x="6049724" y="3332312"/>
                <a:ext cx="179557" cy="204291"/>
              </a:xfrm>
              <a:prstGeom prst="triangl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Connector 82"/>
              <p:cNvCxnSpPr/>
              <p:nvPr/>
            </p:nvCxnSpPr>
            <p:spPr>
              <a:xfrm>
                <a:off x="4149969" y="3536603"/>
                <a:ext cx="867944"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4145834" y="3539789"/>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pic>
            <p:nvPicPr>
              <p:cNvPr id="86" name="Picture 8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3883946" y="3988936"/>
                <a:ext cx="503195" cy="169090"/>
              </a:xfrm>
              <a:prstGeom prst="rect">
                <a:avLst/>
              </a:prstGeom>
            </p:spPr>
          </p:pic>
          <p:cxnSp>
            <p:nvCxnSpPr>
              <p:cNvPr id="88" name="Straight Connector 87"/>
              <p:cNvCxnSpPr/>
              <p:nvPr/>
            </p:nvCxnSpPr>
            <p:spPr>
              <a:xfrm>
                <a:off x="4145834" y="4313905"/>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4149969" y="4596000"/>
                <a:ext cx="326781"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4476750" y="4589218"/>
                <a:ext cx="0" cy="16394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4476750" y="4753163"/>
                <a:ext cx="531416"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a:off x="4050998" y="3932433"/>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3967178" y="3932433"/>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a:stCxn id="13" idx="4"/>
                <a:endCxn id="19" idx="0"/>
              </p:cNvCxnSpPr>
              <p:nvPr/>
            </p:nvCxnSpPr>
            <p:spPr>
              <a:xfrm>
                <a:off x="5395585" y="1626778"/>
                <a:ext cx="0" cy="146156"/>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a:stCxn id="19" idx="3"/>
                <a:endCxn id="21" idx="7"/>
              </p:cNvCxnSpPr>
              <p:nvPr/>
            </p:nvCxnSpPr>
            <p:spPr>
              <a:xfrm flipH="1">
                <a:off x="5021322" y="2264209"/>
                <a:ext cx="112913" cy="168578"/>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a:stCxn id="19" idx="5"/>
                <a:endCxn id="20" idx="1"/>
              </p:cNvCxnSpPr>
              <p:nvPr/>
            </p:nvCxnSpPr>
            <p:spPr>
              <a:xfrm>
                <a:off x="5656934" y="2264209"/>
                <a:ext cx="112913" cy="168578"/>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259" name="Equal 258"/>
            <p:cNvSpPr/>
            <p:nvPr/>
          </p:nvSpPr>
          <p:spPr>
            <a:xfrm rot="18842044">
              <a:off x="4715487" y="2414190"/>
              <a:ext cx="396017" cy="159078"/>
            </a:xfrm>
            <a:prstGeom prst="mathEqual">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0" name="Equal 139"/>
            <p:cNvSpPr/>
            <p:nvPr/>
          </p:nvSpPr>
          <p:spPr>
            <a:xfrm rot="4603541">
              <a:off x="3120389" y="2289128"/>
              <a:ext cx="396017" cy="159078"/>
            </a:xfrm>
            <a:prstGeom prst="mathEqual">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1" name="Equal 140"/>
            <p:cNvSpPr/>
            <p:nvPr/>
          </p:nvSpPr>
          <p:spPr>
            <a:xfrm rot="10800000">
              <a:off x="3970570" y="970136"/>
              <a:ext cx="396017" cy="159078"/>
            </a:xfrm>
            <a:prstGeom prst="mathEqual">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6" name="Group 5"/>
          <p:cNvGrpSpPr/>
          <p:nvPr/>
        </p:nvGrpSpPr>
        <p:grpSpPr>
          <a:xfrm>
            <a:off x="5057670" y="1631604"/>
            <a:ext cx="3945403" cy="1836353"/>
            <a:chOff x="5057670" y="1631604"/>
            <a:chExt cx="3945403" cy="1836353"/>
          </a:xfrm>
        </p:grpSpPr>
        <p:sp>
          <p:nvSpPr>
            <p:cNvPr id="160" name="TextBox 159"/>
            <p:cNvSpPr txBox="1"/>
            <p:nvPr/>
          </p:nvSpPr>
          <p:spPr>
            <a:xfrm>
              <a:off x="6686103" y="2328668"/>
              <a:ext cx="1560539" cy="307777"/>
            </a:xfrm>
            <a:prstGeom prst="rect">
              <a:avLst/>
            </a:prstGeom>
            <a:noFill/>
          </p:spPr>
          <p:txBody>
            <a:bodyPr wrap="square" rtlCol="0">
              <a:spAutoFit/>
            </a:bodyPr>
            <a:lstStyle/>
            <a:p>
              <a:r>
                <a:rPr lang="en-US" b="1" dirty="0" err="1" smtClean="0">
                  <a:solidFill>
                    <a:srgbClr val="002060"/>
                  </a:solidFill>
                  <a:latin typeface="Anaheim" panose="020B0604020202020204" charset="0"/>
                </a:rPr>
                <a:t>Battary</a:t>
              </a:r>
              <a:endParaRPr lang="en-US" b="1" dirty="0">
                <a:solidFill>
                  <a:srgbClr val="002060"/>
                </a:solidFill>
                <a:latin typeface="Anaheim" panose="020B0604020202020204" charset="0"/>
              </a:endParaRPr>
            </a:p>
          </p:txBody>
        </p:sp>
        <p:cxnSp>
          <p:nvCxnSpPr>
            <p:cNvPr id="161" name="Straight Arrow Connector 160"/>
            <p:cNvCxnSpPr/>
            <p:nvPr/>
          </p:nvCxnSpPr>
          <p:spPr>
            <a:xfrm flipV="1">
              <a:off x="5057670" y="2188457"/>
              <a:ext cx="1183222" cy="127950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nvGrpSpPr>
            <p:cNvPr id="162" name="Group 161"/>
            <p:cNvGrpSpPr/>
            <p:nvPr/>
          </p:nvGrpSpPr>
          <p:grpSpPr>
            <a:xfrm>
              <a:off x="5929673" y="2662852"/>
              <a:ext cx="3073400" cy="725905"/>
              <a:chOff x="6132891" y="1875811"/>
              <a:chExt cx="3073400" cy="725905"/>
            </a:xfrm>
          </p:grpSpPr>
          <p:sp>
            <p:nvSpPr>
              <p:cNvPr id="164" name="Google Shape;762;p46"/>
              <p:cNvSpPr/>
              <p:nvPr/>
            </p:nvSpPr>
            <p:spPr>
              <a:xfrm>
                <a:off x="6132891" y="1875811"/>
                <a:ext cx="3073400" cy="725905"/>
              </a:xfrm>
              <a:prstGeom prst="rect">
                <a:avLst/>
              </a:prstGeom>
              <a:solidFill>
                <a:schemeClr val="accent1"/>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TextBox 164"/>
              <p:cNvSpPr txBox="1"/>
              <p:nvPr/>
            </p:nvSpPr>
            <p:spPr>
              <a:xfrm>
                <a:off x="6132891" y="1915716"/>
                <a:ext cx="3073400" cy="646331"/>
              </a:xfrm>
              <a:prstGeom prst="rect">
                <a:avLst/>
              </a:prstGeom>
              <a:noFill/>
            </p:spPr>
            <p:txBody>
              <a:bodyPr wrap="square" rtlCol="0">
                <a:spAutoFit/>
              </a:bodyPr>
              <a:lstStyle/>
              <a:p>
                <a:r>
                  <a:rPr lang="en-US" sz="1200" dirty="0">
                    <a:latin typeface="Anaheim" panose="020B0604020202020204" charset="0"/>
                  </a:rPr>
                  <a:t>Alkaline battery </a:t>
                </a:r>
                <a:br>
                  <a:rPr lang="en-US" sz="1200" dirty="0">
                    <a:latin typeface="Anaheim" panose="020B0604020202020204" charset="0"/>
                  </a:rPr>
                </a:br>
                <a:r>
                  <a:rPr lang="en-US" sz="1200" dirty="0">
                    <a:latin typeface="Anaheim" panose="020B0604020202020204" charset="0"/>
                  </a:rPr>
                  <a:t>Design for to provide reliability and lasting performance for high and low </a:t>
                </a:r>
                <a:r>
                  <a:rPr lang="en-US" sz="1200" dirty="0" smtClean="0">
                    <a:latin typeface="Anaheim" panose="020B0604020202020204" charset="0"/>
                  </a:rPr>
                  <a:t>drain </a:t>
                </a:r>
                <a:r>
                  <a:rPr lang="en-US" sz="1200" dirty="0">
                    <a:latin typeface="Anaheim" panose="020B0604020202020204" charset="0"/>
                  </a:rPr>
                  <a:t>products.</a:t>
                </a:r>
              </a:p>
            </p:txBody>
          </p:sp>
        </p:grpSp>
        <p:pic>
          <p:nvPicPr>
            <p:cNvPr id="47" name="Picture 4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6103" y="1631604"/>
              <a:ext cx="780269" cy="730957"/>
            </a:xfrm>
            <a:prstGeom prst="rect">
              <a:avLst/>
            </a:prstGeom>
          </p:spPr>
        </p:pic>
      </p:grpSp>
      <p:cxnSp>
        <p:nvCxnSpPr>
          <p:cNvPr id="170" name="Straight Arrow Connector 169"/>
          <p:cNvCxnSpPr/>
          <p:nvPr/>
        </p:nvCxnSpPr>
        <p:spPr>
          <a:xfrm flipH="1" flipV="1">
            <a:off x="2268867" y="2761963"/>
            <a:ext cx="1686361" cy="36663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218685" y="2356557"/>
            <a:ext cx="3049743" cy="1938888"/>
            <a:chOff x="218685" y="2356557"/>
            <a:chExt cx="3049743" cy="1938888"/>
          </a:xfrm>
        </p:grpSpPr>
        <p:sp>
          <p:nvSpPr>
            <p:cNvPr id="169" name="TextBox 168"/>
            <p:cNvSpPr txBox="1"/>
            <p:nvPr/>
          </p:nvSpPr>
          <p:spPr>
            <a:xfrm>
              <a:off x="1265974" y="3181974"/>
              <a:ext cx="889874" cy="307777"/>
            </a:xfrm>
            <a:prstGeom prst="rect">
              <a:avLst/>
            </a:prstGeom>
            <a:noFill/>
          </p:spPr>
          <p:txBody>
            <a:bodyPr wrap="square" rtlCol="0">
              <a:spAutoFit/>
            </a:bodyPr>
            <a:lstStyle/>
            <a:p>
              <a:r>
                <a:rPr lang="en-US" b="1" dirty="0" smtClean="0">
                  <a:solidFill>
                    <a:srgbClr val="002060"/>
                  </a:solidFill>
                  <a:latin typeface="Anaheim" panose="020B0604020202020204" charset="0"/>
                </a:rPr>
                <a:t>Switch</a:t>
              </a:r>
              <a:endParaRPr lang="en-US" b="1" dirty="0">
                <a:solidFill>
                  <a:srgbClr val="002060"/>
                </a:solidFill>
                <a:latin typeface="Anaheim" panose="020B0604020202020204" charset="0"/>
              </a:endParaRPr>
            </a:p>
          </p:txBody>
        </p:sp>
        <p:grpSp>
          <p:nvGrpSpPr>
            <p:cNvPr id="171" name="Group 170"/>
            <p:cNvGrpSpPr/>
            <p:nvPr/>
          </p:nvGrpSpPr>
          <p:grpSpPr>
            <a:xfrm>
              <a:off x="218685" y="3516158"/>
              <a:ext cx="3049743" cy="779287"/>
              <a:chOff x="6132891" y="1875811"/>
              <a:chExt cx="3073400" cy="779287"/>
            </a:xfrm>
          </p:grpSpPr>
          <p:sp>
            <p:nvSpPr>
              <p:cNvPr id="172" name="Google Shape;762;p46"/>
              <p:cNvSpPr/>
              <p:nvPr/>
            </p:nvSpPr>
            <p:spPr>
              <a:xfrm>
                <a:off x="6132891" y="1875811"/>
                <a:ext cx="3073400" cy="725905"/>
              </a:xfrm>
              <a:prstGeom prst="rect">
                <a:avLst/>
              </a:prstGeom>
              <a:solidFill>
                <a:schemeClr val="accent1"/>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TextBox 172"/>
              <p:cNvSpPr txBox="1"/>
              <p:nvPr/>
            </p:nvSpPr>
            <p:spPr>
              <a:xfrm>
                <a:off x="6323363" y="1947212"/>
                <a:ext cx="2882928" cy="707886"/>
              </a:xfrm>
              <a:prstGeom prst="rect">
                <a:avLst/>
              </a:prstGeom>
              <a:noFill/>
            </p:spPr>
            <p:txBody>
              <a:bodyPr wrap="square" rtlCol="0">
                <a:spAutoFit/>
              </a:bodyPr>
              <a:lstStyle/>
              <a:p>
                <a:r>
                  <a:rPr lang="en-US" dirty="0" smtClean="0">
                    <a:latin typeface="Anaheim" panose="020B0604020202020204" charset="0"/>
                  </a:rPr>
                  <a:t>Size:21*15MM</a:t>
                </a:r>
              </a:p>
              <a:p>
                <a:r>
                  <a:rPr lang="en-US" dirty="0" smtClean="0">
                    <a:latin typeface="Anaheim" panose="020B0604020202020204" charset="0"/>
                  </a:rPr>
                  <a:t>Dielectric intensity:≥ 1800 VAC/3S</a:t>
                </a:r>
              </a:p>
              <a:p>
                <a:r>
                  <a:rPr lang="en-US" sz="1200" dirty="0" smtClean="0">
                    <a:latin typeface="Anaheim" panose="020B0604020202020204" charset="0"/>
                  </a:rPr>
                  <a:t>.</a:t>
                </a:r>
                <a:endParaRPr lang="en-US" sz="1200" dirty="0">
                  <a:latin typeface="Anaheim" panose="020B0604020202020204" charset="0"/>
                </a:endParaRPr>
              </a:p>
            </p:txBody>
          </p:sp>
        </p:grpSp>
        <p:pic>
          <p:nvPicPr>
            <p:cNvPr id="58" name="Picture 57"/>
            <p:cNvPicPr>
              <a:picLocks noChangeAspect="1"/>
            </p:cNvPicPr>
            <p:nvPr/>
          </p:nvPicPr>
          <p:blipFill rotWithShape="1">
            <a:blip r:embed="rId5">
              <a:extLst>
                <a:ext uri="{28A0092B-C50C-407E-A947-70E740481C1C}">
                  <a14:useLocalDpi xmlns:a14="http://schemas.microsoft.com/office/drawing/2010/main" val="0"/>
                </a:ext>
              </a:extLst>
            </a:blip>
            <a:srcRect l="58542"/>
            <a:stretch/>
          </p:blipFill>
          <p:spPr>
            <a:xfrm>
              <a:off x="1246575" y="2356557"/>
              <a:ext cx="740483" cy="810813"/>
            </a:xfrm>
            <a:prstGeom prst="rect">
              <a:avLst/>
            </a:prstGeom>
          </p:spPr>
        </p:pic>
      </p:grpSp>
    </p:spTree>
    <p:extLst>
      <p:ext uri="{BB962C8B-B14F-4D97-AF65-F5344CB8AC3E}">
        <p14:creationId xmlns:p14="http://schemas.microsoft.com/office/powerpoint/2010/main" val="34923292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310" name="Google Shape;310;p39"/>
          <p:cNvSpPr txBox="1">
            <a:spLocks noGrp="1"/>
          </p:cNvSpPr>
          <p:nvPr>
            <p:ph type="title" idx="15"/>
          </p:nvPr>
        </p:nvSpPr>
        <p:spPr>
          <a:xfrm>
            <a:off x="720000" y="399258"/>
            <a:ext cx="7704000" cy="572700"/>
          </a:xfrm>
          <a:prstGeom prst="rect">
            <a:avLst/>
          </a:prstGeom>
        </p:spPr>
        <p:txBody>
          <a:bodyPr spcFirstLastPara="1" wrap="square" lIns="91425" tIns="91425" rIns="91425" bIns="91425" anchor="ctr" anchorCtr="0">
            <a:noAutofit/>
          </a:bodyPr>
          <a:lstStyle/>
          <a:p>
            <a:pPr lvl="0">
              <a:buSzPts val="1100"/>
            </a:pPr>
            <a:r>
              <a:rPr lang="en-US" sz="3200" dirty="0" smtClean="0"/>
              <a:t>project's final </a:t>
            </a:r>
            <a:r>
              <a:rPr lang="en-US" sz="3200" dirty="0"/>
              <a:t>outcome</a:t>
            </a:r>
          </a:p>
        </p:txBody>
      </p:sp>
      <p:sp>
        <p:nvSpPr>
          <p:cNvPr id="27" name="Google Shape;442;p41"/>
          <p:cNvSpPr txBox="1">
            <a:spLocks noGrp="1"/>
          </p:cNvSpPr>
          <p:nvPr>
            <p:ph type="subTitle" idx="1"/>
          </p:nvPr>
        </p:nvSpPr>
        <p:spPr>
          <a:xfrm>
            <a:off x="389259" y="1126127"/>
            <a:ext cx="4074753" cy="1463425"/>
          </a:xfrm>
          <a:prstGeom prst="rect">
            <a:avLst/>
          </a:prstGeom>
        </p:spPr>
        <p:txBody>
          <a:bodyPr spcFirstLastPara="1" wrap="square" lIns="91425" tIns="91425" rIns="91425" bIns="91425" anchor="t" anchorCtr="0">
            <a:noAutofit/>
          </a:bodyPr>
          <a:lstStyle/>
          <a:p>
            <a:pPr marL="285750" lvl="0" indent="-285750" algn="just">
              <a:buSzPts val="1100"/>
              <a:buFont typeface="Wingdings" panose="05000000000000000000" pitchFamily="2" charset="2"/>
              <a:buChar char="§"/>
            </a:pPr>
            <a:r>
              <a:rPr lang="en-US" dirty="0"/>
              <a:t>Electromagnets are made of coils of wire with electricity passing through them moving charges to create magnetic fields. So when the coils of wire in an electromagnet have an electric current passing through them as a result coils behave like a magnet.</a:t>
            </a:r>
            <a:endParaRPr sz="1800" dirty="0"/>
          </a:p>
        </p:txBody>
      </p:sp>
      <p:grpSp>
        <p:nvGrpSpPr>
          <p:cNvPr id="6" name="Group 5"/>
          <p:cNvGrpSpPr/>
          <p:nvPr/>
        </p:nvGrpSpPr>
        <p:grpSpPr>
          <a:xfrm>
            <a:off x="5581589" y="1126127"/>
            <a:ext cx="2735559" cy="3248940"/>
            <a:chOff x="3052778" y="970136"/>
            <a:chExt cx="2759023" cy="3276808"/>
          </a:xfrm>
        </p:grpSpPr>
        <p:grpSp>
          <p:nvGrpSpPr>
            <p:cNvPr id="7" name="Group 6"/>
            <p:cNvGrpSpPr/>
            <p:nvPr/>
          </p:nvGrpSpPr>
          <p:grpSpPr>
            <a:xfrm>
              <a:off x="3052778" y="1106996"/>
              <a:ext cx="2759023" cy="3139948"/>
              <a:chOff x="3967178" y="1051212"/>
              <a:chExt cx="3595829" cy="4092288"/>
            </a:xfrm>
          </p:grpSpPr>
          <p:grpSp>
            <p:nvGrpSpPr>
              <p:cNvPr id="13" name="Group 12"/>
              <p:cNvGrpSpPr/>
              <p:nvPr/>
            </p:nvGrpSpPr>
            <p:grpSpPr>
              <a:xfrm>
                <a:off x="4390366" y="1051212"/>
                <a:ext cx="2010430" cy="1872849"/>
                <a:chOff x="4390369" y="2074703"/>
                <a:chExt cx="2020612" cy="2417514"/>
              </a:xfrm>
            </p:grpSpPr>
            <p:sp>
              <p:nvSpPr>
                <p:cNvPr id="44" name="Oval 43"/>
                <p:cNvSpPr/>
                <p:nvPr/>
              </p:nvSpPr>
              <p:spPr>
                <a:xfrm>
                  <a:off x="5029201" y="2074703"/>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5029200" y="3006317"/>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5668031" y="3749267"/>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4390369" y="3749267"/>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5242225" y="2206675"/>
                  <a:ext cx="316900" cy="421859"/>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5905527" y="3905676"/>
                  <a:ext cx="316900" cy="421859"/>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p:cNvSpPr/>
                <p:nvPr/>
              </p:nvSpPr>
              <p:spPr>
                <a:xfrm>
                  <a:off x="4591069" y="3915194"/>
                  <a:ext cx="316900" cy="421859"/>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4" name="Straight Connector 13"/>
              <p:cNvCxnSpPr/>
              <p:nvPr/>
            </p:nvCxnSpPr>
            <p:spPr>
              <a:xfrm flipH="1" flipV="1">
                <a:off x="5452805" y="3324157"/>
                <a:ext cx="332762" cy="22506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08167" y="3324157"/>
                <a:ext cx="444636"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7563007" y="3903486"/>
                <a:ext cx="0" cy="1058556"/>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5008166" y="3324157"/>
                <a:ext cx="0" cy="727394"/>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08166" y="4051551"/>
                <a:ext cx="139700" cy="18309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6286500" y="4796073"/>
                <a:ext cx="0" cy="34742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5009992" y="4234649"/>
                <a:ext cx="0" cy="727394"/>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4999831" y="4962042"/>
                <a:ext cx="1286669" cy="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6400800" y="4871313"/>
                <a:ext cx="0" cy="18145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6481762" y="4796073"/>
                <a:ext cx="0" cy="34742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597650" y="4871313"/>
                <a:ext cx="0" cy="18145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6596062" y="4962043"/>
                <a:ext cx="966945" cy="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957810" y="4155393"/>
                <a:ext cx="120206" cy="158512"/>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5759632" y="3903486"/>
                <a:ext cx="1803375"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5770529" y="3539789"/>
                <a:ext cx="0" cy="36369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770529" y="3539787"/>
                <a:ext cx="469020" cy="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31" name="Isosceles Triangle 30"/>
              <p:cNvSpPr/>
              <p:nvPr/>
            </p:nvSpPr>
            <p:spPr>
              <a:xfrm>
                <a:off x="6049724" y="3332312"/>
                <a:ext cx="179557" cy="204291"/>
              </a:xfrm>
              <a:prstGeom prst="triangl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p:cNvCxnSpPr/>
              <p:nvPr/>
            </p:nvCxnSpPr>
            <p:spPr>
              <a:xfrm>
                <a:off x="4149969" y="3536603"/>
                <a:ext cx="867944"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4145834" y="3539789"/>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pic>
            <p:nvPicPr>
              <p:cNvPr id="34" name="Pictur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3883946" y="3988936"/>
                <a:ext cx="503195" cy="169090"/>
              </a:xfrm>
              <a:prstGeom prst="rect">
                <a:avLst/>
              </a:prstGeom>
            </p:spPr>
          </p:pic>
          <p:cxnSp>
            <p:nvCxnSpPr>
              <p:cNvPr id="35" name="Straight Connector 34"/>
              <p:cNvCxnSpPr/>
              <p:nvPr/>
            </p:nvCxnSpPr>
            <p:spPr>
              <a:xfrm>
                <a:off x="4145834" y="4313905"/>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4149969" y="4596000"/>
                <a:ext cx="326781"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4476750" y="4589218"/>
                <a:ext cx="0" cy="16394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4476750" y="4753163"/>
                <a:ext cx="531416"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4050998" y="3932433"/>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967178" y="3932433"/>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44" idx="4"/>
                <a:endCxn id="45" idx="0"/>
              </p:cNvCxnSpPr>
              <p:nvPr/>
            </p:nvCxnSpPr>
            <p:spPr>
              <a:xfrm>
                <a:off x="5395585" y="1626778"/>
                <a:ext cx="0" cy="146156"/>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45" idx="3"/>
                <a:endCxn id="47" idx="7"/>
              </p:cNvCxnSpPr>
              <p:nvPr/>
            </p:nvCxnSpPr>
            <p:spPr>
              <a:xfrm flipH="1">
                <a:off x="5021322" y="2264209"/>
                <a:ext cx="112913" cy="168578"/>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45" idx="5"/>
                <a:endCxn id="46" idx="1"/>
              </p:cNvCxnSpPr>
              <p:nvPr/>
            </p:nvCxnSpPr>
            <p:spPr>
              <a:xfrm>
                <a:off x="5656934" y="2264209"/>
                <a:ext cx="112913" cy="168578"/>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8" name="Equal 7"/>
            <p:cNvSpPr/>
            <p:nvPr/>
          </p:nvSpPr>
          <p:spPr>
            <a:xfrm rot="18842044">
              <a:off x="4715487" y="2414190"/>
              <a:ext cx="396017" cy="159078"/>
            </a:xfrm>
            <a:prstGeom prst="mathEqual">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Equal 9"/>
            <p:cNvSpPr/>
            <p:nvPr/>
          </p:nvSpPr>
          <p:spPr>
            <a:xfrm rot="4603541">
              <a:off x="3120389" y="2289128"/>
              <a:ext cx="396017" cy="159078"/>
            </a:xfrm>
            <a:prstGeom prst="mathEqual">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Equal 11"/>
            <p:cNvSpPr/>
            <p:nvPr/>
          </p:nvSpPr>
          <p:spPr>
            <a:xfrm rot="10800000">
              <a:off x="3970570" y="970136"/>
              <a:ext cx="396017" cy="159078"/>
            </a:xfrm>
            <a:prstGeom prst="mathEqual">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48" name="TextBox 47"/>
          <p:cNvSpPr txBox="1"/>
          <p:nvPr/>
        </p:nvSpPr>
        <p:spPr>
          <a:xfrm>
            <a:off x="5692278" y="3495491"/>
            <a:ext cx="630892" cy="246221"/>
          </a:xfrm>
          <a:prstGeom prst="rect">
            <a:avLst/>
          </a:prstGeom>
          <a:noFill/>
        </p:spPr>
        <p:txBody>
          <a:bodyPr wrap="square" rtlCol="0">
            <a:spAutoFit/>
          </a:bodyPr>
          <a:lstStyle/>
          <a:p>
            <a:r>
              <a:rPr lang="en-US" sz="1000" b="1" dirty="0" smtClean="0">
                <a:solidFill>
                  <a:srgbClr val="002060"/>
                </a:solidFill>
                <a:latin typeface="Anaheim" panose="020B0604020202020204" charset="0"/>
              </a:rPr>
              <a:t>Coil</a:t>
            </a:r>
            <a:endParaRPr lang="en-US" sz="1000" b="1" dirty="0">
              <a:solidFill>
                <a:srgbClr val="002060"/>
              </a:solidFill>
              <a:latin typeface="Anaheim" panose="020B0604020202020204" charset="0"/>
            </a:endParaRPr>
          </a:p>
        </p:txBody>
      </p:sp>
      <p:sp>
        <p:nvSpPr>
          <p:cNvPr id="49" name="TextBox 48"/>
          <p:cNvSpPr txBox="1"/>
          <p:nvPr/>
        </p:nvSpPr>
        <p:spPr>
          <a:xfrm>
            <a:off x="7266090" y="4373369"/>
            <a:ext cx="630892" cy="246221"/>
          </a:xfrm>
          <a:prstGeom prst="rect">
            <a:avLst/>
          </a:prstGeom>
          <a:noFill/>
        </p:spPr>
        <p:txBody>
          <a:bodyPr wrap="square" rtlCol="0">
            <a:spAutoFit/>
          </a:bodyPr>
          <a:lstStyle/>
          <a:p>
            <a:r>
              <a:rPr lang="en-US" sz="1000" b="1" dirty="0" smtClean="0">
                <a:solidFill>
                  <a:srgbClr val="002060"/>
                </a:solidFill>
                <a:latin typeface="Anaheim" panose="020B0604020202020204" charset="0"/>
              </a:rPr>
              <a:t>Battery</a:t>
            </a:r>
            <a:endParaRPr lang="en-US" sz="1000" b="1" dirty="0">
              <a:solidFill>
                <a:srgbClr val="002060"/>
              </a:solidFill>
              <a:latin typeface="Anaheim" panose="020B0604020202020204" charset="0"/>
            </a:endParaRPr>
          </a:p>
        </p:txBody>
      </p:sp>
      <p:sp>
        <p:nvSpPr>
          <p:cNvPr id="50" name="TextBox 49"/>
          <p:cNvSpPr txBox="1"/>
          <p:nvPr/>
        </p:nvSpPr>
        <p:spPr>
          <a:xfrm>
            <a:off x="7274621" y="2989443"/>
            <a:ext cx="828067" cy="246221"/>
          </a:xfrm>
          <a:prstGeom prst="rect">
            <a:avLst/>
          </a:prstGeom>
          <a:noFill/>
        </p:spPr>
        <p:txBody>
          <a:bodyPr wrap="square" rtlCol="0">
            <a:spAutoFit/>
          </a:bodyPr>
          <a:lstStyle/>
          <a:p>
            <a:r>
              <a:rPr lang="en-US" sz="1000" b="1" dirty="0" smtClean="0">
                <a:solidFill>
                  <a:srgbClr val="002060"/>
                </a:solidFill>
                <a:latin typeface="Anaheim" panose="020B0604020202020204" charset="0"/>
              </a:rPr>
              <a:t>Reed Switch</a:t>
            </a:r>
            <a:endParaRPr lang="en-US" sz="1000" b="1" dirty="0">
              <a:solidFill>
                <a:srgbClr val="002060"/>
              </a:solidFill>
              <a:latin typeface="Anaheim" panose="020B0604020202020204" charset="0"/>
            </a:endParaRPr>
          </a:p>
        </p:txBody>
      </p:sp>
      <p:sp>
        <p:nvSpPr>
          <p:cNvPr id="52" name="TextBox 51"/>
          <p:cNvSpPr txBox="1"/>
          <p:nvPr/>
        </p:nvSpPr>
        <p:spPr>
          <a:xfrm>
            <a:off x="6400684" y="1842208"/>
            <a:ext cx="729480" cy="400110"/>
          </a:xfrm>
          <a:prstGeom prst="rect">
            <a:avLst/>
          </a:prstGeom>
          <a:noFill/>
        </p:spPr>
        <p:txBody>
          <a:bodyPr wrap="square" rtlCol="0">
            <a:spAutoFit/>
          </a:bodyPr>
          <a:lstStyle/>
          <a:p>
            <a:r>
              <a:rPr lang="en-US" sz="1000" b="1" dirty="0" smtClean="0">
                <a:solidFill>
                  <a:srgbClr val="002060"/>
                </a:solidFill>
                <a:latin typeface="Anaheim" panose="020B0604020202020204" charset="0"/>
              </a:rPr>
              <a:t>Fidget spinner </a:t>
            </a:r>
            <a:endParaRPr lang="en-US" sz="1000" b="1" dirty="0">
              <a:solidFill>
                <a:srgbClr val="002060"/>
              </a:solidFill>
              <a:latin typeface="Anaheim" panose="020B0604020202020204" charset="0"/>
            </a:endParaRPr>
          </a:p>
        </p:txBody>
      </p:sp>
      <p:sp>
        <p:nvSpPr>
          <p:cNvPr id="53" name="TextBox 52"/>
          <p:cNvSpPr txBox="1"/>
          <p:nvPr/>
        </p:nvSpPr>
        <p:spPr>
          <a:xfrm>
            <a:off x="6065197" y="928930"/>
            <a:ext cx="1430440" cy="246221"/>
          </a:xfrm>
          <a:prstGeom prst="rect">
            <a:avLst/>
          </a:prstGeom>
          <a:noFill/>
        </p:spPr>
        <p:txBody>
          <a:bodyPr wrap="square" rtlCol="0">
            <a:spAutoFit/>
          </a:bodyPr>
          <a:lstStyle/>
          <a:p>
            <a:r>
              <a:rPr lang="en-US" sz="1000" b="1" dirty="0" smtClean="0">
                <a:solidFill>
                  <a:srgbClr val="002060"/>
                </a:solidFill>
                <a:latin typeface="Anaheim" panose="020B0604020202020204" charset="0"/>
              </a:rPr>
              <a:t>Neodymium Magnets</a:t>
            </a:r>
            <a:endParaRPr lang="en-US" sz="1000" b="1" dirty="0">
              <a:solidFill>
                <a:srgbClr val="002060"/>
              </a:solidFill>
              <a:latin typeface="Anaheim" panose="020B0604020202020204" charset="0"/>
            </a:endParaRPr>
          </a:p>
        </p:txBody>
      </p:sp>
      <p:sp>
        <p:nvSpPr>
          <p:cNvPr id="54" name="TextBox 53"/>
          <p:cNvSpPr txBox="1"/>
          <p:nvPr/>
        </p:nvSpPr>
        <p:spPr>
          <a:xfrm>
            <a:off x="6362293" y="3711257"/>
            <a:ext cx="630892" cy="246221"/>
          </a:xfrm>
          <a:prstGeom prst="rect">
            <a:avLst/>
          </a:prstGeom>
          <a:noFill/>
        </p:spPr>
        <p:txBody>
          <a:bodyPr wrap="square" rtlCol="0">
            <a:spAutoFit/>
          </a:bodyPr>
          <a:lstStyle/>
          <a:p>
            <a:r>
              <a:rPr lang="en-US" sz="1000" b="1" dirty="0" smtClean="0">
                <a:solidFill>
                  <a:srgbClr val="002060"/>
                </a:solidFill>
                <a:latin typeface="Anaheim" panose="020B0604020202020204" charset="0"/>
              </a:rPr>
              <a:t>Switch</a:t>
            </a:r>
            <a:endParaRPr lang="en-US" sz="1000" b="1" dirty="0">
              <a:solidFill>
                <a:srgbClr val="002060"/>
              </a:solidFill>
              <a:latin typeface="Anaheim" panose="020B0604020202020204" charset="0"/>
            </a:endParaRPr>
          </a:p>
        </p:txBody>
      </p:sp>
      <p:cxnSp>
        <p:nvCxnSpPr>
          <p:cNvPr id="57" name="Straight Arrow Connector 56"/>
          <p:cNvCxnSpPr/>
          <p:nvPr/>
        </p:nvCxnSpPr>
        <p:spPr>
          <a:xfrm flipV="1">
            <a:off x="5826221" y="3150182"/>
            <a:ext cx="288397" cy="2423"/>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8307488" y="3557273"/>
            <a:ext cx="10168" cy="587947"/>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7685876" y="4233171"/>
            <a:ext cx="370922" cy="0"/>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flipH="1">
            <a:off x="7400918" y="3430032"/>
            <a:ext cx="491661" cy="1"/>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flipH="1">
            <a:off x="6486087" y="4233170"/>
            <a:ext cx="491661" cy="1"/>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nvGrpSpPr>
          <p:cNvPr id="267" name="Group 266"/>
          <p:cNvGrpSpPr/>
          <p:nvPr/>
        </p:nvGrpSpPr>
        <p:grpSpPr>
          <a:xfrm>
            <a:off x="7153639" y="1589094"/>
            <a:ext cx="224912" cy="362338"/>
            <a:chOff x="7038975" y="1458138"/>
            <a:chExt cx="454239" cy="579633"/>
          </a:xfrm>
        </p:grpSpPr>
        <p:sp>
          <p:nvSpPr>
            <p:cNvPr id="260" name="Freeform 259"/>
            <p:cNvSpPr/>
            <p:nvPr/>
          </p:nvSpPr>
          <p:spPr>
            <a:xfrm rot="19519072">
              <a:off x="7076602" y="1458138"/>
              <a:ext cx="416612" cy="579633"/>
            </a:xfrm>
            <a:custGeom>
              <a:avLst/>
              <a:gdLst>
                <a:gd name="connsiteX0" fmla="*/ 295275 w 627121"/>
                <a:gd name="connsiteY0" fmla="*/ 0 h 1066800"/>
                <a:gd name="connsiteX1" fmla="*/ 619125 w 627121"/>
                <a:gd name="connsiteY1" fmla="*/ 647700 h 1066800"/>
                <a:gd name="connsiteX2" fmla="*/ 0 w 627121"/>
                <a:gd name="connsiteY2" fmla="*/ 1066800 h 1066800"/>
              </a:gdLst>
              <a:ahLst/>
              <a:cxnLst>
                <a:cxn ang="0">
                  <a:pos x="connsiteX0" y="connsiteY0"/>
                </a:cxn>
                <a:cxn ang="0">
                  <a:pos x="connsiteX1" y="connsiteY1"/>
                </a:cxn>
                <a:cxn ang="0">
                  <a:pos x="connsiteX2" y="connsiteY2"/>
                </a:cxn>
              </a:cxnLst>
              <a:rect l="l" t="t" r="r" b="b"/>
              <a:pathLst>
                <a:path w="627121" h="1066800">
                  <a:moveTo>
                    <a:pt x="295275" y="0"/>
                  </a:moveTo>
                  <a:cubicBezTo>
                    <a:pt x="481806" y="234950"/>
                    <a:pt x="668338" y="469900"/>
                    <a:pt x="619125" y="647700"/>
                  </a:cubicBezTo>
                  <a:cubicBezTo>
                    <a:pt x="569913" y="825500"/>
                    <a:pt x="115887" y="996950"/>
                    <a:pt x="0" y="1066800"/>
                  </a:cubicBezTo>
                </a:path>
              </a:pathLst>
            </a:cu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Arrow Connector 78"/>
            <p:cNvCxnSpPr>
              <a:stCxn id="260" idx="0"/>
            </p:cNvCxnSpPr>
            <p:nvPr/>
          </p:nvCxnSpPr>
          <p:spPr>
            <a:xfrm flipH="1" flipV="1">
              <a:off x="7038975" y="1501631"/>
              <a:ext cx="71030" cy="1491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4" name="Group 83"/>
          <p:cNvGrpSpPr/>
          <p:nvPr/>
        </p:nvGrpSpPr>
        <p:grpSpPr>
          <a:xfrm rot="12644872">
            <a:off x="5993992" y="1678428"/>
            <a:ext cx="224910" cy="362338"/>
            <a:chOff x="7038975" y="1458138"/>
            <a:chExt cx="454239" cy="579633"/>
          </a:xfrm>
        </p:grpSpPr>
        <p:sp>
          <p:nvSpPr>
            <p:cNvPr id="85" name="Freeform 84"/>
            <p:cNvSpPr/>
            <p:nvPr/>
          </p:nvSpPr>
          <p:spPr>
            <a:xfrm rot="19519072">
              <a:off x="7076602" y="1458138"/>
              <a:ext cx="416612" cy="579633"/>
            </a:xfrm>
            <a:custGeom>
              <a:avLst/>
              <a:gdLst>
                <a:gd name="connsiteX0" fmla="*/ 295275 w 627121"/>
                <a:gd name="connsiteY0" fmla="*/ 0 h 1066800"/>
                <a:gd name="connsiteX1" fmla="*/ 619125 w 627121"/>
                <a:gd name="connsiteY1" fmla="*/ 647700 h 1066800"/>
                <a:gd name="connsiteX2" fmla="*/ 0 w 627121"/>
                <a:gd name="connsiteY2" fmla="*/ 1066800 h 1066800"/>
              </a:gdLst>
              <a:ahLst/>
              <a:cxnLst>
                <a:cxn ang="0">
                  <a:pos x="connsiteX0" y="connsiteY0"/>
                </a:cxn>
                <a:cxn ang="0">
                  <a:pos x="connsiteX1" y="connsiteY1"/>
                </a:cxn>
                <a:cxn ang="0">
                  <a:pos x="connsiteX2" y="connsiteY2"/>
                </a:cxn>
              </a:cxnLst>
              <a:rect l="l" t="t" r="r" b="b"/>
              <a:pathLst>
                <a:path w="627121" h="1066800">
                  <a:moveTo>
                    <a:pt x="295275" y="0"/>
                  </a:moveTo>
                  <a:cubicBezTo>
                    <a:pt x="481806" y="234950"/>
                    <a:pt x="668338" y="469900"/>
                    <a:pt x="619125" y="647700"/>
                  </a:cubicBezTo>
                  <a:cubicBezTo>
                    <a:pt x="569913" y="825500"/>
                    <a:pt x="115887" y="996950"/>
                    <a:pt x="0" y="1066800"/>
                  </a:cubicBezTo>
                </a:path>
              </a:pathLst>
            </a:cu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Arrow Connector 87"/>
            <p:cNvCxnSpPr>
              <a:stCxn id="85" idx="0"/>
            </p:cNvCxnSpPr>
            <p:nvPr/>
          </p:nvCxnSpPr>
          <p:spPr>
            <a:xfrm flipH="1" flipV="1">
              <a:off x="7038975" y="1501629"/>
              <a:ext cx="71031" cy="1491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sp>
        <p:nvSpPr>
          <p:cNvPr id="90" name="Freeform 89"/>
          <p:cNvSpPr/>
          <p:nvPr/>
        </p:nvSpPr>
        <p:spPr>
          <a:xfrm rot="4495211">
            <a:off x="6562814" y="2612552"/>
            <a:ext cx="260431" cy="286998"/>
          </a:xfrm>
          <a:custGeom>
            <a:avLst/>
            <a:gdLst>
              <a:gd name="connsiteX0" fmla="*/ 295275 w 627121"/>
              <a:gd name="connsiteY0" fmla="*/ 0 h 1066800"/>
              <a:gd name="connsiteX1" fmla="*/ 619125 w 627121"/>
              <a:gd name="connsiteY1" fmla="*/ 647700 h 1066800"/>
              <a:gd name="connsiteX2" fmla="*/ 0 w 627121"/>
              <a:gd name="connsiteY2" fmla="*/ 1066800 h 1066800"/>
            </a:gdLst>
            <a:ahLst/>
            <a:cxnLst>
              <a:cxn ang="0">
                <a:pos x="connsiteX0" y="connsiteY0"/>
              </a:cxn>
              <a:cxn ang="0">
                <a:pos x="connsiteX1" y="connsiteY1"/>
              </a:cxn>
              <a:cxn ang="0">
                <a:pos x="connsiteX2" y="connsiteY2"/>
              </a:cxn>
            </a:cxnLst>
            <a:rect l="l" t="t" r="r" b="b"/>
            <a:pathLst>
              <a:path w="627121" h="1066800">
                <a:moveTo>
                  <a:pt x="295275" y="0"/>
                </a:moveTo>
                <a:cubicBezTo>
                  <a:pt x="481806" y="234950"/>
                  <a:pt x="668338" y="469900"/>
                  <a:pt x="619125" y="647700"/>
                </a:cubicBezTo>
                <a:cubicBezTo>
                  <a:pt x="569913" y="825500"/>
                  <a:pt x="115887" y="996950"/>
                  <a:pt x="0" y="1066800"/>
                </a:cubicBezTo>
              </a:path>
            </a:pathLst>
          </a:cu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Arrow Connector 92"/>
          <p:cNvCxnSpPr/>
          <p:nvPr/>
        </p:nvCxnSpPr>
        <p:spPr>
          <a:xfrm rot="6576139" flipH="1" flipV="1">
            <a:off x="6829375" y="2673228"/>
            <a:ext cx="44403" cy="7385"/>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01" name="Google Shape;442;p41"/>
          <p:cNvSpPr txBox="1">
            <a:spLocks noGrp="1"/>
          </p:cNvSpPr>
          <p:nvPr>
            <p:ph type="subTitle" idx="1"/>
          </p:nvPr>
        </p:nvSpPr>
        <p:spPr>
          <a:xfrm>
            <a:off x="389259" y="2512764"/>
            <a:ext cx="4074753" cy="1044510"/>
          </a:xfrm>
          <a:prstGeom prst="rect">
            <a:avLst/>
          </a:prstGeom>
        </p:spPr>
        <p:txBody>
          <a:bodyPr spcFirstLastPara="1" wrap="square" lIns="91425" tIns="91425" rIns="91425" bIns="91425" anchor="t" anchorCtr="0">
            <a:noAutofit/>
          </a:bodyPr>
          <a:lstStyle/>
          <a:p>
            <a:pPr marL="285750" lvl="0" indent="-285750" algn="just">
              <a:buSzPts val="1100"/>
              <a:buFont typeface="Wingdings" panose="05000000000000000000" pitchFamily="2" charset="2"/>
              <a:buChar char="§"/>
            </a:pPr>
            <a:r>
              <a:rPr lang="en-US" dirty="0"/>
              <a:t>A wire coil is an electrical conductor with one or more terms designed to produce a magnetic field. this is commonly used to increase the strength of a magnetic field</a:t>
            </a:r>
            <a:endParaRPr sz="1800" dirty="0"/>
          </a:p>
        </p:txBody>
      </p:sp>
      <p:sp>
        <p:nvSpPr>
          <p:cNvPr id="102" name="Google Shape;442;p41"/>
          <p:cNvSpPr txBox="1">
            <a:spLocks noGrp="1"/>
          </p:cNvSpPr>
          <p:nvPr>
            <p:ph type="subTitle" idx="1"/>
          </p:nvPr>
        </p:nvSpPr>
        <p:spPr>
          <a:xfrm>
            <a:off x="389259" y="3531579"/>
            <a:ext cx="4074753" cy="1044510"/>
          </a:xfrm>
          <a:prstGeom prst="rect">
            <a:avLst/>
          </a:prstGeom>
        </p:spPr>
        <p:txBody>
          <a:bodyPr spcFirstLastPara="1" wrap="square" lIns="91425" tIns="91425" rIns="91425" bIns="91425" anchor="t" anchorCtr="0">
            <a:noAutofit/>
          </a:bodyPr>
          <a:lstStyle/>
          <a:p>
            <a:pPr marL="285750" lvl="0" indent="-285750" algn="just">
              <a:buSzPts val="1100"/>
              <a:buFont typeface="Wingdings" panose="05000000000000000000" pitchFamily="2" charset="2"/>
              <a:buChar char="§"/>
            </a:pPr>
            <a:r>
              <a:rPr lang="en-US" dirty="0"/>
              <a:t>Another hand a </a:t>
            </a:r>
            <a:r>
              <a:rPr lang="en-US" dirty="0" smtClean="0"/>
              <a:t>reed </a:t>
            </a:r>
            <a:r>
              <a:rPr lang="en-US" dirty="0"/>
              <a:t>switch is used to control the flow of electricity in a circuit. The current will flow through the reed switch and the coil when the switch is </a:t>
            </a:r>
            <a:r>
              <a:rPr lang="en-US" dirty="0" smtClean="0"/>
              <a:t>on.</a:t>
            </a:r>
            <a:endParaRPr sz="1800" dirty="0"/>
          </a:p>
        </p:txBody>
      </p:sp>
    </p:spTree>
    <p:extLst>
      <p:ext uri="{BB962C8B-B14F-4D97-AF65-F5344CB8AC3E}">
        <p14:creationId xmlns:p14="http://schemas.microsoft.com/office/powerpoint/2010/main" val="827965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7" name="Google Shape;442;p41"/>
          <p:cNvSpPr txBox="1">
            <a:spLocks noGrp="1"/>
          </p:cNvSpPr>
          <p:nvPr>
            <p:ph type="subTitle" idx="1"/>
          </p:nvPr>
        </p:nvSpPr>
        <p:spPr>
          <a:xfrm>
            <a:off x="479695" y="1168304"/>
            <a:ext cx="4319139" cy="1058494"/>
          </a:xfrm>
          <a:prstGeom prst="rect">
            <a:avLst/>
          </a:prstGeom>
        </p:spPr>
        <p:txBody>
          <a:bodyPr spcFirstLastPara="1" wrap="square" lIns="91425" tIns="91425" rIns="91425" bIns="91425" anchor="t" anchorCtr="0">
            <a:noAutofit/>
          </a:bodyPr>
          <a:lstStyle/>
          <a:p>
            <a:pPr marL="285750" lvl="0" indent="-285750" algn="just">
              <a:buSzPts val="1100"/>
              <a:buFont typeface="Arial" panose="020B0604020202020204" pitchFamily="34" charset="0"/>
              <a:buChar char="•"/>
            </a:pPr>
            <a:r>
              <a:rPr lang="en-US" dirty="0"/>
              <a:t>When the switch is on, the current flow will produce an electromagnetic field while the read switch repels the magnet on the fidget spinner. As a result, the fidget spinner </a:t>
            </a:r>
            <a:r>
              <a:rPr lang="en-US" dirty="0" err="1"/>
              <a:t>gonna</a:t>
            </a:r>
            <a:r>
              <a:rPr lang="en-US" dirty="0"/>
              <a:t> spin continuously.</a:t>
            </a:r>
            <a:endParaRPr sz="1800" dirty="0"/>
          </a:p>
        </p:txBody>
      </p:sp>
      <p:grpSp>
        <p:nvGrpSpPr>
          <p:cNvPr id="3" name="Group 2"/>
          <p:cNvGrpSpPr/>
          <p:nvPr/>
        </p:nvGrpSpPr>
        <p:grpSpPr>
          <a:xfrm>
            <a:off x="5581589" y="928930"/>
            <a:ext cx="2736067" cy="3690660"/>
            <a:chOff x="5581589" y="928930"/>
            <a:chExt cx="2736067" cy="3690660"/>
          </a:xfrm>
        </p:grpSpPr>
        <p:sp>
          <p:nvSpPr>
            <p:cNvPr id="53" name="TextBox 52"/>
            <p:cNvSpPr txBox="1"/>
            <p:nvPr/>
          </p:nvSpPr>
          <p:spPr>
            <a:xfrm>
              <a:off x="6065197" y="928930"/>
              <a:ext cx="1430440" cy="246221"/>
            </a:xfrm>
            <a:prstGeom prst="rect">
              <a:avLst/>
            </a:prstGeom>
            <a:noFill/>
          </p:spPr>
          <p:txBody>
            <a:bodyPr wrap="square" rtlCol="0">
              <a:spAutoFit/>
            </a:bodyPr>
            <a:lstStyle/>
            <a:p>
              <a:r>
                <a:rPr lang="en-US" sz="1000" b="1" dirty="0" smtClean="0">
                  <a:solidFill>
                    <a:srgbClr val="002060"/>
                  </a:solidFill>
                  <a:latin typeface="Anaheim" panose="020B0604020202020204" charset="0"/>
                </a:rPr>
                <a:t>Neodymium Magnets</a:t>
              </a:r>
              <a:endParaRPr lang="en-US" sz="1000" b="1" dirty="0">
                <a:solidFill>
                  <a:srgbClr val="002060"/>
                </a:solidFill>
                <a:latin typeface="Anaheim" panose="020B0604020202020204" charset="0"/>
              </a:endParaRPr>
            </a:p>
          </p:txBody>
        </p:sp>
        <p:grpSp>
          <p:nvGrpSpPr>
            <p:cNvPr id="2" name="Group 1"/>
            <p:cNvGrpSpPr/>
            <p:nvPr/>
          </p:nvGrpSpPr>
          <p:grpSpPr>
            <a:xfrm>
              <a:off x="5581589" y="1126127"/>
              <a:ext cx="2736067" cy="3493463"/>
              <a:chOff x="5581589" y="1126127"/>
              <a:chExt cx="2736067" cy="3493463"/>
            </a:xfrm>
          </p:grpSpPr>
          <p:grpSp>
            <p:nvGrpSpPr>
              <p:cNvPr id="6" name="Group 5"/>
              <p:cNvGrpSpPr/>
              <p:nvPr/>
            </p:nvGrpSpPr>
            <p:grpSpPr>
              <a:xfrm>
                <a:off x="5581589" y="1126127"/>
                <a:ext cx="2735559" cy="3248940"/>
                <a:chOff x="3052778" y="970136"/>
                <a:chExt cx="2759023" cy="3276808"/>
              </a:xfrm>
            </p:grpSpPr>
            <p:grpSp>
              <p:nvGrpSpPr>
                <p:cNvPr id="7" name="Group 6"/>
                <p:cNvGrpSpPr/>
                <p:nvPr/>
              </p:nvGrpSpPr>
              <p:grpSpPr>
                <a:xfrm>
                  <a:off x="3052778" y="1106996"/>
                  <a:ext cx="2759023" cy="3139948"/>
                  <a:chOff x="3967178" y="1051212"/>
                  <a:chExt cx="3595829" cy="4092288"/>
                </a:xfrm>
              </p:grpSpPr>
              <p:grpSp>
                <p:nvGrpSpPr>
                  <p:cNvPr id="13" name="Group 12"/>
                  <p:cNvGrpSpPr/>
                  <p:nvPr/>
                </p:nvGrpSpPr>
                <p:grpSpPr>
                  <a:xfrm>
                    <a:off x="4390366" y="1051212"/>
                    <a:ext cx="2010430" cy="1872849"/>
                    <a:chOff x="4390369" y="2074703"/>
                    <a:chExt cx="2020612" cy="2417514"/>
                  </a:xfrm>
                </p:grpSpPr>
                <p:sp>
                  <p:nvSpPr>
                    <p:cNvPr id="44" name="Oval 43"/>
                    <p:cNvSpPr/>
                    <p:nvPr/>
                  </p:nvSpPr>
                  <p:spPr>
                    <a:xfrm>
                      <a:off x="5029201" y="2074703"/>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5029200" y="3006317"/>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5668031" y="3749267"/>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4390369" y="3749267"/>
                      <a:ext cx="742950" cy="7429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5242225" y="2206675"/>
                      <a:ext cx="316900" cy="421859"/>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5905527" y="3905676"/>
                      <a:ext cx="316900" cy="421859"/>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p:cNvSpPr/>
                    <p:nvPr/>
                  </p:nvSpPr>
                  <p:spPr>
                    <a:xfrm>
                      <a:off x="4591069" y="3915194"/>
                      <a:ext cx="316900" cy="421859"/>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4" name="Straight Connector 13"/>
                  <p:cNvCxnSpPr/>
                  <p:nvPr/>
                </p:nvCxnSpPr>
                <p:spPr>
                  <a:xfrm flipH="1" flipV="1">
                    <a:off x="5452805" y="3324157"/>
                    <a:ext cx="332762" cy="22506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08167" y="3324157"/>
                    <a:ext cx="444636"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7563007" y="3903486"/>
                    <a:ext cx="0" cy="1058556"/>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5008166" y="3324157"/>
                    <a:ext cx="0" cy="727394"/>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08166" y="4051551"/>
                    <a:ext cx="139700" cy="18309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6286500" y="4796073"/>
                    <a:ext cx="0" cy="34742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5009992" y="4234649"/>
                    <a:ext cx="0" cy="727394"/>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4999831" y="4962042"/>
                    <a:ext cx="1286669" cy="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6400800" y="4871313"/>
                    <a:ext cx="0" cy="18145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6481762" y="4796073"/>
                    <a:ext cx="0" cy="34742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597650" y="4871313"/>
                    <a:ext cx="0" cy="18145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6596062" y="4962043"/>
                    <a:ext cx="966945" cy="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957810" y="4155393"/>
                    <a:ext cx="120206" cy="158512"/>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5759632" y="3903486"/>
                    <a:ext cx="1803375"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5770529" y="3539789"/>
                    <a:ext cx="0" cy="36369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770529" y="3539787"/>
                    <a:ext cx="469020" cy="1"/>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31" name="Isosceles Triangle 30"/>
                  <p:cNvSpPr/>
                  <p:nvPr/>
                </p:nvSpPr>
                <p:spPr>
                  <a:xfrm>
                    <a:off x="6049724" y="3332312"/>
                    <a:ext cx="179557" cy="204291"/>
                  </a:xfrm>
                  <a:prstGeom prst="triangl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p:cNvCxnSpPr/>
                  <p:nvPr/>
                </p:nvCxnSpPr>
                <p:spPr>
                  <a:xfrm>
                    <a:off x="4149969" y="3536603"/>
                    <a:ext cx="867944"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4145834" y="3539789"/>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pic>
                <p:nvPicPr>
                  <p:cNvPr id="34" name="Pictur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3883946" y="3988936"/>
                    <a:ext cx="503195" cy="169090"/>
                  </a:xfrm>
                  <a:prstGeom prst="rect">
                    <a:avLst/>
                  </a:prstGeom>
                </p:spPr>
              </p:pic>
              <p:cxnSp>
                <p:nvCxnSpPr>
                  <p:cNvPr id="35" name="Straight Connector 34"/>
                  <p:cNvCxnSpPr/>
                  <p:nvPr/>
                </p:nvCxnSpPr>
                <p:spPr>
                  <a:xfrm>
                    <a:off x="4145834" y="4313905"/>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4149969" y="4596000"/>
                    <a:ext cx="326781"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4476750" y="4589218"/>
                    <a:ext cx="0" cy="16394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4476750" y="4753163"/>
                    <a:ext cx="531416"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4050998" y="3932433"/>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967178" y="3932433"/>
                    <a:ext cx="0" cy="282095"/>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44" idx="4"/>
                    <a:endCxn id="45" idx="0"/>
                  </p:cNvCxnSpPr>
                  <p:nvPr/>
                </p:nvCxnSpPr>
                <p:spPr>
                  <a:xfrm>
                    <a:off x="5395585" y="1626778"/>
                    <a:ext cx="0" cy="146156"/>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45" idx="3"/>
                    <a:endCxn id="47" idx="7"/>
                  </p:cNvCxnSpPr>
                  <p:nvPr/>
                </p:nvCxnSpPr>
                <p:spPr>
                  <a:xfrm flipH="1">
                    <a:off x="5021322" y="2264209"/>
                    <a:ext cx="112913" cy="168578"/>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45" idx="5"/>
                    <a:endCxn id="46" idx="1"/>
                  </p:cNvCxnSpPr>
                  <p:nvPr/>
                </p:nvCxnSpPr>
                <p:spPr>
                  <a:xfrm>
                    <a:off x="5656934" y="2264209"/>
                    <a:ext cx="112913" cy="168578"/>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8" name="Equal 7"/>
                <p:cNvSpPr/>
                <p:nvPr/>
              </p:nvSpPr>
              <p:spPr>
                <a:xfrm rot="18842044">
                  <a:off x="4715487" y="2414190"/>
                  <a:ext cx="396017" cy="159078"/>
                </a:xfrm>
                <a:prstGeom prst="mathEqual">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Equal 9"/>
                <p:cNvSpPr/>
                <p:nvPr/>
              </p:nvSpPr>
              <p:spPr>
                <a:xfrm rot="4603541">
                  <a:off x="3120389" y="2289128"/>
                  <a:ext cx="396017" cy="159078"/>
                </a:xfrm>
                <a:prstGeom prst="mathEqual">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Equal 11"/>
                <p:cNvSpPr/>
                <p:nvPr/>
              </p:nvSpPr>
              <p:spPr>
                <a:xfrm rot="10800000">
                  <a:off x="3970570" y="970136"/>
                  <a:ext cx="396017" cy="159078"/>
                </a:xfrm>
                <a:prstGeom prst="mathEqual">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48" name="TextBox 47"/>
              <p:cNvSpPr txBox="1"/>
              <p:nvPr/>
            </p:nvSpPr>
            <p:spPr>
              <a:xfrm>
                <a:off x="5692278" y="3495491"/>
                <a:ext cx="630892" cy="246221"/>
              </a:xfrm>
              <a:prstGeom prst="rect">
                <a:avLst/>
              </a:prstGeom>
              <a:noFill/>
            </p:spPr>
            <p:txBody>
              <a:bodyPr wrap="square" rtlCol="0">
                <a:spAutoFit/>
              </a:bodyPr>
              <a:lstStyle/>
              <a:p>
                <a:r>
                  <a:rPr lang="en-US" sz="1000" b="1" dirty="0" smtClean="0">
                    <a:solidFill>
                      <a:srgbClr val="002060"/>
                    </a:solidFill>
                    <a:latin typeface="Anaheim" panose="020B0604020202020204" charset="0"/>
                  </a:rPr>
                  <a:t>Coil</a:t>
                </a:r>
                <a:endParaRPr lang="en-US" sz="1000" b="1" dirty="0">
                  <a:solidFill>
                    <a:srgbClr val="002060"/>
                  </a:solidFill>
                  <a:latin typeface="Anaheim" panose="020B0604020202020204" charset="0"/>
                </a:endParaRPr>
              </a:p>
            </p:txBody>
          </p:sp>
          <p:sp>
            <p:nvSpPr>
              <p:cNvPr id="49" name="TextBox 48"/>
              <p:cNvSpPr txBox="1"/>
              <p:nvPr/>
            </p:nvSpPr>
            <p:spPr>
              <a:xfrm>
                <a:off x="7266090" y="4373369"/>
                <a:ext cx="630892" cy="246221"/>
              </a:xfrm>
              <a:prstGeom prst="rect">
                <a:avLst/>
              </a:prstGeom>
              <a:noFill/>
            </p:spPr>
            <p:txBody>
              <a:bodyPr wrap="square" rtlCol="0">
                <a:spAutoFit/>
              </a:bodyPr>
              <a:lstStyle/>
              <a:p>
                <a:r>
                  <a:rPr lang="en-US" sz="1000" b="1" dirty="0" smtClean="0">
                    <a:solidFill>
                      <a:srgbClr val="002060"/>
                    </a:solidFill>
                    <a:latin typeface="Anaheim" panose="020B0604020202020204" charset="0"/>
                  </a:rPr>
                  <a:t>Battery</a:t>
                </a:r>
                <a:endParaRPr lang="en-US" sz="1000" b="1" dirty="0">
                  <a:solidFill>
                    <a:srgbClr val="002060"/>
                  </a:solidFill>
                  <a:latin typeface="Anaheim" panose="020B0604020202020204" charset="0"/>
                </a:endParaRPr>
              </a:p>
            </p:txBody>
          </p:sp>
          <p:sp>
            <p:nvSpPr>
              <p:cNvPr id="50" name="TextBox 49"/>
              <p:cNvSpPr txBox="1"/>
              <p:nvPr/>
            </p:nvSpPr>
            <p:spPr>
              <a:xfrm>
                <a:off x="7274621" y="2989443"/>
                <a:ext cx="828067" cy="246221"/>
              </a:xfrm>
              <a:prstGeom prst="rect">
                <a:avLst/>
              </a:prstGeom>
              <a:noFill/>
            </p:spPr>
            <p:txBody>
              <a:bodyPr wrap="square" rtlCol="0">
                <a:spAutoFit/>
              </a:bodyPr>
              <a:lstStyle/>
              <a:p>
                <a:r>
                  <a:rPr lang="en-US" sz="1000" b="1" dirty="0" smtClean="0">
                    <a:solidFill>
                      <a:srgbClr val="002060"/>
                    </a:solidFill>
                    <a:latin typeface="Anaheim" panose="020B0604020202020204" charset="0"/>
                  </a:rPr>
                  <a:t>Reed Switch</a:t>
                </a:r>
                <a:endParaRPr lang="en-US" sz="1000" b="1" dirty="0">
                  <a:solidFill>
                    <a:srgbClr val="002060"/>
                  </a:solidFill>
                  <a:latin typeface="Anaheim" panose="020B0604020202020204" charset="0"/>
                </a:endParaRPr>
              </a:p>
            </p:txBody>
          </p:sp>
          <p:sp>
            <p:nvSpPr>
              <p:cNvPr id="52" name="TextBox 51"/>
              <p:cNvSpPr txBox="1"/>
              <p:nvPr/>
            </p:nvSpPr>
            <p:spPr>
              <a:xfrm>
                <a:off x="6400684" y="1842208"/>
                <a:ext cx="729480" cy="400110"/>
              </a:xfrm>
              <a:prstGeom prst="rect">
                <a:avLst/>
              </a:prstGeom>
              <a:noFill/>
            </p:spPr>
            <p:txBody>
              <a:bodyPr wrap="square" rtlCol="0">
                <a:spAutoFit/>
              </a:bodyPr>
              <a:lstStyle/>
              <a:p>
                <a:r>
                  <a:rPr lang="en-US" sz="1000" b="1" dirty="0" smtClean="0">
                    <a:solidFill>
                      <a:srgbClr val="002060"/>
                    </a:solidFill>
                    <a:latin typeface="Anaheim" panose="020B0604020202020204" charset="0"/>
                  </a:rPr>
                  <a:t>Fidget spinner </a:t>
                </a:r>
                <a:endParaRPr lang="en-US" sz="1000" b="1" dirty="0">
                  <a:solidFill>
                    <a:srgbClr val="002060"/>
                  </a:solidFill>
                  <a:latin typeface="Anaheim" panose="020B0604020202020204" charset="0"/>
                </a:endParaRPr>
              </a:p>
            </p:txBody>
          </p:sp>
          <p:sp>
            <p:nvSpPr>
              <p:cNvPr id="54" name="TextBox 53"/>
              <p:cNvSpPr txBox="1"/>
              <p:nvPr/>
            </p:nvSpPr>
            <p:spPr>
              <a:xfrm>
                <a:off x="6362293" y="3711257"/>
                <a:ext cx="630892" cy="246221"/>
              </a:xfrm>
              <a:prstGeom prst="rect">
                <a:avLst/>
              </a:prstGeom>
              <a:noFill/>
            </p:spPr>
            <p:txBody>
              <a:bodyPr wrap="square" rtlCol="0">
                <a:spAutoFit/>
              </a:bodyPr>
              <a:lstStyle/>
              <a:p>
                <a:r>
                  <a:rPr lang="en-US" sz="1000" b="1" dirty="0" smtClean="0">
                    <a:solidFill>
                      <a:srgbClr val="002060"/>
                    </a:solidFill>
                    <a:latin typeface="Anaheim" panose="020B0604020202020204" charset="0"/>
                  </a:rPr>
                  <a:t>Switch</a:t>
                </a:r>
                <a:endParaRPr lang="en-US" sz="1000" b="1" dirty="0">
                  <a:solidFill>
                    <a:srgbClr val="002060"/>
                  </a:solidFill>
                  <a:latin typeface="Anaheim" panose="020B0604020202020204" charset="0"/>
                </a:endParaRPr>
              </a:p>
            </p:txBody>
          </p:sp>
          <p:cxnSp>
            <p:nvCxnSpPr>
              <p:cNvPr id="57" name="Straight Arrow Connector 56"/>
              <p:cNvCxnSpPr/>
              <p:nvPr/>
            </p:nvCxnSpPr>
            <p:spPr>
              <a:xfrm flipV="1">
                <a:off x="5826221" y="3150182"/>
                <a:ext cx="288397" cy="2423"/>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8307488" y="3557273"/>
                <a:ext cx="10168" cy="587947"/>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7685876" y="4233171"/>
                <a:ext cx="370922" cy="0"/>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flipH="1">
                <a:off x="7400918" y="3430032"/>
                <a:ext cx="491661" cy="1"/>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flipH="1">
                <a:off x="6486087" y="4233170"/>
                <a:ext cx="491661" cy="1"/>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nvGrpSpPr>
              <p:cNvPr id="267" name="Group 266"/>
              <p:cNvGrpSpPr/>
              <p:nvPr/>
            </p:nvGrpSpPr>
            <p:grpSpPr>
              <a:xfrm>
                <a:off x="7153639" y="1589094"/>
                <a:ext cx="224912" cy="362338"/>
                <a:chOff x="7038975" y="1458138"/>
                <a:chExt cx="454239" cy="579633"/>
              </a:xfrm>
            </p:grpSpPr>
            <p:sp>
              <p:nvSpPr>
                <p:cNvPr id="260" name="Freeform 259"/>
                <p:cNvSpPr/>
                <p:nvPr/>
              </p:nvSpPr>
              <p:spPr>
                <a:xfrm rot="19519072">
                  <a:off x="7076602" y="1458138"/>
                  <a:ext cx="416612" cy="579633"/>
                </a:xfrm>
                <a:custGeom>
                  <a:avLst/>
                  <a:gdLst>
                    <a:gd name="connsiteX0" fmla="*/ 295275 w 627121"/>
                    <a:gd name="connsiteY0" fmla="*/ 0 h 1066800"/>
                    <a:gd name="connsiteX1" fmla="*/ 619125 w 627121"/>
                    <a:gd name="connsiteY1" fmla="*/ 647700 h 1066800"/>
                    <a:gd name="connsiteX2" fmla="*/ 0 w 627121"/>
                    <a:gd name="connsiteY2" fmla="*/ 1066800 h 1066800"/>
                  </a:gdLst>
                  <a:ahLst/>
                  <a:cxnLst>
                    <a:cxn ang="0">
                      <a:pos x="connsiteX0" y="connsiteY0"/>
                    </a:cxn>
                    <a:cxn ang="0">
                      <a:pos x="connsiteX1" y="connsiteY1"/>
                    </a:cxn>
                    <a:cxn ang="0">
                      <a:pos x="connsiteX2" y="connsiteY2"/>
                    </a:cxn>
                  </a:cxnLst>
                  <a:rect l="l" t="t" r="r" b="b"/>
                  <a:pathLst>
                    <a:path w="627121" h="1066800">
                      <a:moveTo>
                        <a:pt x="295275" y="0"/>
                      </a:moveTo>
                      <a:cubicBezTo>
                        <a:pt x="481806" y="234950"/>
                        <a:pt x="668338" y="469900"/>
                        <a:pt x="619125" y="647700"/>
                      </a:cubicBezTo>
                      <a:cubicBezTo>
                        <a:pt x="569913" y="825500"/>
                        <a:pt x="115887" y="996950"/>
                        <a:pt x="0" y="1066800"/>
                      </a:cubicBezTo>
                    </a:path>
                  </a:pathLst>
                </a:cu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Arrow Connector 78"/>
                <p:cNvCxnSpPr>
                  <a:stCxn id="260" idx="0"/>
                </p:cNvCxnSpPr>
                <p:nvPr/>
              </p:nvCxnSpPr>
              <p:spPr>
                <a:xfrm flipH="1" flipV="1">
                  <a:off x="7038975" y="1501631"/>
                  <a:ext cx="71030" cy="1491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4" name="Group 83"/>
              <p:cNvGrpSpPr/>
              <p:nvPr/>
            </p:nvGrpSpPr>
            <p:grpSpPr>
              <a:xfrm rot="12644872">
                <a:off x="5993992" y="1678428"/>
                <a:ext cx="224910" cy="362338"/>
                <a:chOff x="7038975" y="1458138"/>
                <a:chExt cx="454239" cy="579633"/>
              </a:xfrm>
            </p:grpSpPr>
            <p:sp>
              <p:nvSpPr>
                <p:cNvPr id="85" name="Freeform 84"/>
                <p:cNvSpPr/>
                <p:nvPr/>
              </p:nvSpPr>
              <p:spPr>
                <a:xfrm rot="19519072">
                  <a:off x="7076602" y="1458138"/>
                  <a:ext cx="416612" cy="579633"/>
                </a:xfrm>
                <a:custGeom>
                  <a:avLst/>
                  <a:gdLst>
                    <a:gd name="connsiteX0" fmla="*/ 295275 w 627121"/>
                    <a:gd name="connsiteY0" fmla="*/ 0 h 1066800"/>
                    <a:gd name="connsiteX1" fmla="*/ 619125 w 627121"/>
                    <a:gd name="connsiteY1" fmla="*/ 647700 h 1066800"/>
                    <a:gd name="connsiteX2" fmla="*/ 0 w 627121"/>
                    <a:gd name="connsiteY2" fmla="*/ 1066800 h 1066800"/>
                  </a:gdLst>
                  <a:ahLst/>
                  <a:cxnLst>
                    <a:cxn ang="0">
                      <a:pos x="connsiteX0" y="connsiteY0"/>
                    </a:cxn>
                    <a:cxn ang="0">
                      <a:pos x="connsiteX1" y="connsiteY1"/>
                    </a:cxn>
                    <a:cxn ang="0">
                      <a:pos x="connsiteX2" y="connsiteY2"/>
                    </a:cxn>
                  </a:cxnLst>
                  <a:rect l="l" t="t" r="r" b="b"/>
                  <a:pathLst>
                    <a:path w="627121" h="1066800">
                      <a:moveTo>
                        <a:pt x="295275" y="0"/>
                      </a:moveTo>
                      <a:cubicBezTo>
                        <a:pt x="481806" y="234950"/>
                        <a:pt x="668338" y="469900"/>
                        <a:pt x="619125" y="647700"/>
                      </a:cubicBezTo>
                      <a:cubicBezTo>
                        <a:pt x="569913" y="825500"/>
                        <a:pt x="115887" y="996950"/>
                        <a:pt x="0" y="1066800"/>
                      </a:cubicBezTo>
                    </a:path>
                  </a:pathLst>
                </a:cu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Arrow Connector 87"/>
                <p:cNvCxnSpPr>
                  <a:stCxn id="85" idx="0"/>
                </p:cNvCxnSpPr>
                <p:nvPr/>
              </p:nvCxnSpPr>
              <p:spPr>
                <a:xfrm flipH="1" flipV="1">
                  <a:off x="7038975" y="1501629"/>
                  <a:ext cx="71031" cy="1491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sp>
            <p:nvSpPr>
              <p:cNvPr id="90" name="Freeform 89"/>
              <p:cNvSpPr/>
              <p:nvPr/>
            </p:nvSpPr>
            <p:spPr>
              <a:xfrm rot="4495211">
                <a:off x="6562814" y="2612552"/>
                <a:ext cx="260431" cy="286998"/>
              </a:xfrm>
              <a:custGeom>
                <a:avLst/>
                <a:gdLst>
                  <a:gd name="connsiteX0" fmla="*/ 295275 w 627121"/>
                  <a:gd name="connsiteY0" fmla="*/ 0 h 1066800"/>
                  <a:gd name="connsiteX1" fmla="*/ 619125 w 627121"/>
                  <a:gd name="connsiteY1" fmla="*/ 647700 h 1066800"/>
                  <a:gd name="connsiteX2" fmla="*/ 0 w 627121"/>
                  <a:gd name="connsiteY2" fmla="*/ 1066800 h 1066800"/>
                </a:gdLst>
                <a:ahLst/>
                <a:cxnLst>
                  <a:cxn ang="0">
                    <a:pos x="connsiteX0" y="connsiteY0"/>
                  </a:cxn>
                  <a:cxn ang="0">
                    <a:pos x="connsiteX1" y="connsiteY1"/>
                  </a:cxn>
                  <a:cxn ang="0">
                    <a:pos x="connsiteX2" y="connsiteY2"/>
                  </a:cxn>
                </a:cxnLst>
                <a:rect l="l" t="t" r="r" b="b"/>
                <a:pathLst>
                  <a:path w="627121" h="1066800">
                    <a:moveTo>
                      <a:pt x="295275" y="0"/>
                    </a:moveTo>
                    <a:cubicBezTo>
                      <a:pt x="481806" y="234950"/>
                      <a:pt x="668338" y="469900"/>
                      <a:pt x="619125" y="647700"/>
                    </a:cubicBezTo>
                    <a:cubicBezTo>
                      <a:pt x="569913" y="825500"/>
                      <a:pt x="115887" y="996950"/>
                      <a:pt x="0" y="1066800"/>
                    </a:cubicBezTo>
                  </a:path>
                </a:pathLst>
              </a:cu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Arrow Connector 92"/>
              <p:cNvCxnSpPr/>
              <p:nvPr/>
            </p:nvCxnSpPr>
            <p:spPr>
              <a:xfrm rot="6576139" flipH="1" flipV="1">
                <a:off x="6829375" y="2673228"/>
                <a:ext cx="44403" cy="7385"/>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74" name="Google Shape;310;p39"/>
          <p:cNvSpPr txBox="1">
            <a:spLocks noGrp="1"/>
          </p:cNvSpPr>
          <p:nvPr>
            <p:ph type="title" idx="15"/>
          </p:nvPr>
        </p:nvSpPr>
        <p:spPr>
          <a:xfrm>
            <a:off x="720000" y="399258"/>
            <a:ext cx="7704000" cy="572700"/>
          </a:xfrm>
          <a:prstGeom prst="rect">
            <a:avLst/>
          </a:prstGeom>
        </p:spPr>
        <p:txBody>
          <a:bodyPr spcFirstLastPara="1" wrap="square" lIns="91425" tIns="91425" rIns="91425" bIns="91425" anchor="ctr" anchorCtr="0">
            <a:noAutofit/>
          </a:bodyPr>
          <a:lstStyle/>
          <a:p>
            <a:pPr lvl="0">
              <a:buSzPts val="1100"/>
            </a:pPr>
            <a:r>
              <a:rPr lang="en-US" sz="3200" dirty="0" smtClean="0"/>
              <a:t>project's final </a:t>
            </a:r>
            <a:r>
              <a:rPr lang="en-US" sz="3200" dirty="0"/>
              <a:t>outcome</a:t>
            </a:r>
          </a:p>
        </p:txBody>
      </p:sp>
      <p:sp>
        <p:nvSpPr>
          <p:cNvPr id="75" name="Google Shape;442;p41"/>
          <p:cNvSpPr txBox="1">
            <a:spLocks noGrp="1"/>
          </p:cNvSpPr>
          <p:nvPr>
            <p:ph type="subTitle" idx="1"/>
          </p:nvPr>
        </p:nvSpPr>
        <p:spPr>
          <a:xfrm>
            <a:off x="429374" y="2386937"/>
            <a:ext cx="4632103" cy="972744"/>
          </a:xfrm>
          <a:prstGeom prst="rect">
            <a:avLst/>
          </a:prstGeom>
        </p:spPr>
        <p:txBody>
          <a:bodyPr spcFirstLastPara="1" wrap="square" lIns="91425" tIns="91425" rIns="91425" bIns="91425" anchor="t" anchorCtr="0">
            <a:noAutofit/>
          </a:bodyPr>
          <a:lstStyle/>
          <a:p>
            <a:pPr marL="285750" lvl="0" indent="-285750" algn="just">
              <a:buSzPts val="1100"/>
              <a:buFont typeface="Arial" panose="020B0604020202020204" pitchFamily="34" charset="0"/>
              <a:buChar char="•"/>
            </a:pPr>
            <a:r>
              <a:rPr lang="en-US" dirty="0"/>
              <a:t>So this project </a:t>
            </a:r>
            <a:r>
              <a:rPr lang="en-US" dirty="0" smtClean="0"/>
              <a:t> </a:t>
            </a:r>
            <a:r>
              <a:rPr lang="en-US" dirty="0"/>
              <a:t>gives us an idea that how to continuously spin a magnet with the help of an electric magnetic coil without any external </a:t>
            </a:r>
            <a:r>
              <a:rPr lang="en-US" dirty="0" smtClean="0"/>
              <a:t>force applied to it </a:t>
            </a:r>
            <a:r>
              <a:rPr lang="en-US" dirty="0"/>
              <a:t/>
            </a:r>
            <a:br>
              <a:rPr lang="en-US" dirty="0"/>
            </a:br>
            <a:endParaRPr dirty="0"/>
          </a:p>
        </p:txBody>
      </p:sp>
    </p:spTree>
    <p:extLst>
      <p:ext uri="{BB962C8B-B14F-4D97-AF65-F5344CB8AC3E}">
        <p14:creationId xmlns:p14="http://schemas.microsoft.com/office/powerpoint/2010/main" val="9178381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47"/>
          <p:cNvSpPr/>
          <p:nvPr/>
        </p:nvSpPr>
        <p:spPr>
          <a:xfrm>
            <a:off x="713550" y="3637125"/>
            <a:ext cx="7716900" cy="464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7"/>
          <p:cNvSpPr txBox="1">
            <a:spLocks noGrp="1"/>
          </p:cNvSpPr>
          <p:nvPr>
            <p:ph type="title"/>
          </p:nvPr>
        </p:nvSpPr>
        <p:spPr>
          <a:xfrm>
            <a:off x="716375" y="1278100"/>
            <a:ext cx="5759100" cy="216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8000" dirty="0" smtClean="0"/>
              <a:t>Thank you</a:t>
            </a:r>
            <a:endParaRPr sz="8000" dirty="0"/>
          </a:p>
        </p:txBody>
      </p:sp>
      <p:grpSp>
        <p:nvGrpSpPr>
          <p:cNvPr id="856" name="Google Shape;856;p47"/>
          <p:cNvGrpSpPr/>
          <p:nvPr/>
        </p:nvGrpSpPr>
        <p:grpSpPr>
          <a:xfrm>
            <a:off x="6650125" y="1278179"/>
            <a:ext cx="1777500" cy="2163600"/>
            <a:chOff x="6650950" y="1172554"/>
            <a:chExt cx="1777500" cy="2163600"/>
          </a:xfrm>
        </p:grpSpPr>
        <p:sp>
          <p:nvSpPr>
            <p:cNvPr id="857" name="Google Shape;857;p47"/>
            <p:cNvSpPr/>
            <p:nvPr/>
          </p:nvSpPr>
          <p:spPr>
            <a:xfrm>
              <a:off x="6650950" y="1172554"/>
              <a:ext cx="1777500" cy="2163600"/>
            </a:xfrm>
            <a:prstGeom prst="rect">
              <a:avLst/>
            </a:prstGeom>
            <a:solidFill>
              <a:srgbClr val="D77955"/>
            </a:solidFill>
            <a:ln w="19050" cap="flat" cmpd="sng">
              <a:solidFill>
                <a:srgbClr val="1919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8" name="Google Shape;858;p47"/>
            <p:cNvGrpSpPr/>
            <p:nvPr/>
          </p:nvGrpSpPr>
          <p:grpSpPr>
            <a:xfrm>
              <a:off x="7053795" y="1469260"/>
              <a:ext cx="308645" cy="1198387"/>
              <a:chOff x="-3316375" y="456000"/>
              <a:chExt cx="214025" cy="870225"/>
            </a:xfrm>
          </p:grpSpPr>
          <p:sp>
            <p:nvSpPr>
              <p:cNvPr id="859" name="Google Shape;859;p47"/>
              <p:cNvSpPr/>
              <p:nvPr/>
            </p:nvSpPr>
            <p:spPr>
              <a:xfrm>
                <a:off x="-3316375" y="456000"/>
                <a:ext cx="214025" cy="644775"/>
              </a:xfrm>
              <a:custGeom>
                <a:avLst/>
                <a:gdLst/>
                <a:ahLst/>
                <a:cxnLst/>
                <a:rect l="l" t="t" r="r" b="b"/>
                <a:pathLst>
                  <a:path w="8561" h="25791" extrusionOk="0">
                    <a:moveTo>
                      <a:pt x="7145" y="0"/>
                    </a:moveTo>
                    <a:cubicBezTo>
                      <a:pt x="6278" y="0"/>
                      <a:pt x="5707" y="297"/>
                      <a:pt x="4863" y="297"/>
                    </a:cubicBezTo>
                    <a:cubicBezTo>
                      <a:pt x="3151" y="571"/>
                      <a:pt x="2010" y="1438"/>
                      <a:pt x="868" y="2283"/>
                    </a:cubicBezTo>
                    <a:cubicBezTo>
                      <a:pt x="1" y="2579"/>
                      <a:pt x="1" y="3150"/>
                      <a:pt x="1" y="3995"/>
                    </a:cubicBezTo>
                    <a:cubicBezTo>
                      <a:pt x="1" y="7144"/>
                      <a:pt x="1" y="9998"/>
                      <a:pt x="298" y="13125"/>
                    </a:cubicBezTo>
                    <a:lnTo>
                      <a:pt x="298" y="24834"/>
                    </a:lnTo>
                    <a:cubicBezTo>
                      <a:pt x="502" y="25465"/>
                      <a:pt x="554" y="25791"/>
                      <a:pt x="1044" y="25791"/>
                    </a:cubicBezTo>
                    <a:cubicBezTo>
                      <a:pt x="1209" y="25791"/>
                      <a:pt x="1425" y="25753"/>
                      <a:pt x="1713" y="25679"/>
                    </a:cubicBezTo>
                    <a:cubicBezTo>
                      <a:pt x="2115" y="25485"/>
                      <a:pt x="2664" y="25281"/>
                      <a:pt x="3154" y="25281"/>
                    </a:cubicBezTo>
                    <a:cubicBezTo>
                      <a:pt x="3359" y="25281"/>
                      <a:pt x="3553" y="25317"/>
                      <a:pt x="3721" y="25405"/>
                    </a:cubicBezTo>
                    <a:cubicBezTo>
                      <a:pt x="3878" y="25455"/>
                      <a:pt x="4016" y="25477"/>
                      <a:pt x="4140" y="25477"/>
                    </a:cubicBezTo>
                    <a:cubicBezTo>
                      <a:pt x="4685" y="25477"/>
                      <a:pt x="4968" y="25057"/>
                      <a:pt x="5433" y="24834"/>
                    </a:cubicBezTo>
                    <a:lnTo>
                      <a:pt x="7145" y="23122"/>
                    </a:lnTo>
                    <a:cubicBezTo>
                      <a:pt x="7716" y="22551"/>
                      <a:pt x="7716" y="22255"/>
                      <a:pt x="7716" y="21410"/>
                    </a:cubicBezTo>
                    <a:cubicBezTo>
                      <a:pt x="7716" y="16845"/>
                      <a:pt x="7716" y="11983"/>
                      <a:pt x="7990" y="7418"/>
                    </a:cubicBezTo>
                    <a:cubicBezTo>
                      <a:pt x="7990" y="6003"/>
                      <a:pt x="8286" y="4565"/>
                      <a:pt x="8286" y="2853"/>
                    </a:cubicBezTo>
                    <a:cubicBezTo>
                      <a:pt x="8560" y="2009"/>
                      <a:pt x="8560" y="867"/>
                      <a:pt x="8560" y="0"/>
                    </a:cubicBezTo>
                    <a:close/>
                  </a:path>
                </a:pathLst>
              </a:custGeom>
              <a:solidFill>
                <a:srgbClr val="FFCD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7"/>
              <p:cNvSpPr/>
              <p:nvPr/>
            </p:nvSpPr>
            <p:spPr>
              <a:xfrm>
                <a:off x="-3302100" y="1112225"/>
                <a:ext cx="185475" cy="209975"/>
              </a:xfrm>
              <a:custGeom>
                <a:avLst/>
                <a:gdLst/>
                <a:ahLst/>
                <a:cxnLst/>
                <a:rect l="l" t="t" r="r" b="b"/>
                <a:pathLst>
                  <a:path w="7419" h="8399" extrusionOk="0">
                    <a:moveTo>
                      <a:pt x="3424" y="0"/>
                    </a:moveTo>
                    <a:cubicBezTo>
                      <a:pt x="2580" y="571"/>
                      <a:pt x="1712" y="868"/>
                      <a:pt x="868" y="1438"/>
                    </a:cubicBezTo>
                    <a:lnTo>
                      <a:pt x="1" y="2283"/>
                    </a:lnTo>
                    <a:lnTo>
                      <a:pt x="1" y="6003"/>
                    </a:lnTo>
                    <a:cubicBezTo>
                      <a:pt x="297" y="6848"/>
                      <a:pt x="571" y="7715"/>
                      <a:pt x="1439" y="7715"/>
                    </a:cubicBezTo>
                    <a:cubicBezTo>
                      <a:pt x="2283" y="7989"/>
                      <a:pt x="2854" y="7989"/>
                      <a:pt x="3721" y="8286"/>
                    </a:cubicBezTo>
                    <a:cubicBezTo>
                      <a:pt x="3887" y="8365"/>
                      <a:pt x="4027" y="8399"/>
                      <a:pt x="4151" y="8399"/>
                    </a:cubicBezTo>
                    <a:cubicBezTo>
                      <a:pt x="4453" y="8399"/>
                      <a:pt x="4652" y="8200"/>
                      <a:pt x="4862" y="7989"/>
                    </a:cubicBezTo>
                    <a:cubicBezTo>
                      <a:pt x="5707" y="7144"/>
                      <a:pt x="6277" y="6574"/>
                      <a:pt x="7145" y="6003"/>
                    </a:cubicBezTo>
                    <a:cubicBezTo>
                      <a:pt x="7145" y="5706"/>
                      <a:pt x="7419" y="5433"/>
                      <a:pt x="7419" y="5136"/>
                    </a:cubicBezTo>
                    <a:cubicBezTo>
                      <a:pt x="7145" y="3721"/>
                      <a:pt x="7145" y="2579"/>
                      <a:pt x="6848" y="1141"/>
                    </a:cubicBezTo>
                    <a:cubicBezTo>
                      <a:pt x="6848" y="571"/>
                      <a:pt x="6574" y="297"/>
                      <a:pt x="6004" y="297"/>
                    </a:cubicBezTo>
                    <a:cubicBezTo>
                      <a:pt x="5433" y="0"/>
                      <a:pt x="4862" y="0"/>
                      <a:pt x="4292" y="0"/>
                    </a:cubicBezTo>
                    <a:close/>
                  </a:path>
                </a:pathLst>
              </a:custGeom>
              <a:solidFill>
                <a:srgbClr val="FFCD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7"/>
              <p:cNvSpPr/>
              <p:nvPr/>
            </p:nvSpPr>
            <p:spPr>
              <a:xfrm>
                <a:off x="-3187975" y="467200"/>
                <a:ext cx="78775" cy="600525"/>
              </a:xfrm>
              <a:custGeom>
                <a:avLst/>
                <a:gdLst/>
                <a:ahLst/>
                <a:cxnLst/>
                <a:rect l="l" t="t" r="r" b="b"/>
                <a:pathLst>
                  <a:path w="3151" h="24021" extrusionOk="0">
                    <a:moveTo>
                      <a:pt x="2931" y="1"/>
                    </a:moveTo>
                    <a:cubicBezTo>
                      <a:pt x="2887" y="1"/>
                      <a:pt x="2854" y="31"/>
                      <a:pt x="2854" y="123"/>
                    </a:cubicBezTo>
                    <a:cubicBezTo>
                      <a:pt x="2580" y="123"/>
                      <a:pt x="2009" y="419"/>
                      <a:pt x="1712" y="693"/>
                    </a:cubicBezTo>
                    <a:cubicBezTo>
                      <a:pt x="1439" y="990"/>
                      <a:pt x="868" y="1264"/>
                      <a:pt x="571" y="1561"/>
                    </a:cubicBezTo>
                    <a:cubicBezTo>
                      <a:pt x="297" y="1561"/>
                      <a:pt x="297" y="1835"/>
                      <a:pt x="297" y="2131"/>
                    </a:cubicBezTo>
                    <a:lnTo>
                      <a:pt x="297" y="3273"/>
                    </a:lnTo>
                    <a:cubicBezTo>
                      <a:pt x="1" y="3843"/>
                      <a:pt x="1" y="4414"/>
                      <a:pt x="1" y="4985"/>
                    </a:cubicBezTo>
                    <a:lnTo>
                      <a:pt x="1" y="7838"/>
                    </a:lnTo>
                    <a:lnTo>
                      <a:pt x="1" y="8682"/>
                    </a:lnTo>
                    <a:lnTo>
                      <a:pt x="1" y="10120"/>
                    </a:lnTo>
                    <a:lnTo>
                      <a:pt x="1" y="12973"/>
                    </a:lnTo>
                    <a:lnTo>
                      <a:pt x="1" y="15827"/>
                    </a:lnTo>
                    <a:lnTo>
                      <a:pt x="1" y="18680"/>
                    </a:lnTo>
                    <a:lnTo>
                      <a:pt x="1" y="21533"/>
                    </a:lnTo>
                    <a:lnTo>
                      <a:pt x="1" y="23815"/>
                    </a:lnTo>
                    <a:cubicBezTo>
                      <a:pt x="1" y="23952"/>
                      <a:pt x="75" y="24021"/>
                      <a:pt x="149" y="24021"/>
                    </a:cubicBezTo>
                    <a:cubicBezTo>
                      <a:pt x="223" y="24021"/>
                      <a:pt x="297" y="23952"/>
                      <a:pt x="297" y="23815"/>
                    </a:cubicBezTo>
                    <a:cubicBezTo>
                      <a:pt x="571" y="23519"/>
                      <a:pt x="868" y="23519"/>
                      <a:pt x="868" y="23519"/>
                    </a:cubicBezTo>
                    <a:cubicBezTo>
                      <a:pt x="1142" y="23245"/>
                      <a:pt x="1439" y="22948"/>
                      <a:pt x="1439" y="22674"/>
                    </a:cubicBezTo>
                    <a:cubicBezTo>
                      <a:pt x="1712" y="22377"/>
                      <a:pt x="2009" y="22377"/>
                      <a:pt x="2283" y="21807"/>
                    </a:cubicBezTo>
                    <a:lnTo>
                      <a:pt x="2283" y="20392"/>
                    </a:lnTo>
                    <a:cubicBezTo>
                      <a:pt x="2283" y="18109"/>
                      <a:pt x="2580" y="16100"/>
                      <a:pt x="2283" y="13818"/>
                    </a:cubicBezTo>
                    <a:cubicBezTo>
                      <a:pt x="2283" y="11535"/>
                      <a:pt x="2283" y="8979"/>
                      <a:pt x="2580" y="6400"/>
                    </a:cubicBezTo>
                    <a:lnTo>
                      <a:pt x="2580" y="3273"/>
                    </a:lnTo>
                    <a:cubicBezTo>
                      <a:pt x="2854" y="2131"/>
                      <a:pt x="3150" y="1264"/>
                      <a:pt x="3150" y="123"/>
                    </a:cubicBezTo>
                    <a:cubicBezTo>
                      <a:pt x="3150" y="123"/>
                      <a:pt x="3019" y="1"/>
                      <a:pt x="2931" y="1"/>
                    </a:cubicBezTo>
                    <a:close/>
                  </a:path>
                </a:pathLst>
              </a:custGeom>
              <a:solidFill>
                <a:srgbClr val="DA6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7"/>
              <p:cNvSpPr/>
              <p:nvPr/>
            </p:nvSpPr>
            <p:spPr>
              <a:xfrm>
                <a:off x="-3259300" y="1116325"/>
                <a:ext cx="107300" cy="54275"/>
              </a:xfrm>
              <a:custGeom>
                <a:avLst/>
                <a:gdLst/>
                <a:ahLst/>
                <a:cxnLst/>
                <a:rect l="l" t="t" r="r" b="b"/>
                <a:pathLst>
                  <a:path w="4292" h="2171" extrusionOk="0">
                    <a:moveTo>
                      <a:pt x="3556" y="1"/>
                    </a:moveTo>
                    <a:cubicBezTo>
                      <a:pt x="3176" y="1"/>
                      <a:pt x="2663" y="133"/>
                      <a:pt x="2283" y="133"/>
                    </a:cubicBezTo>
                    <a:cubicBezTo>
                      <a:pt x="1438" y="407"/>
                      <a:pt x="571" y="704"/>
                      <a:pt x="0" y="1274"/>
                    </a:cubicBezTo>
                    <a:lnTo>
                      <a:pt x="0" y="1548"/>
                    </a:lnTo>
                    <a:lnTo>
                      <a:pt x="0" y="1845"/>
                    </a:lnTo>
                    <a:lnTo>
                      <a:pt x="297" y="1845"/>
                    </a:lnTo>
                    <a:cubicBezTo>
                      <a:pt x="629" y="2004"/>
                      <a:pt x="1053" y="2171"/>
                      <a:pt x="1462" y="2171"/>
                    </a:cubicBezTo>
                    <a:cubicBezTo>
                      <a:pt x="1757" y="2171"/>
                      <a:pt x="2044" y="2084"/>
                      <a:pt x="2283" y="1845"/>
                    </a:cubicBezTo>
                    <a:cubicBezTo>
                      <a:pt x="2854" y="1548"/>
                      <a:pt x="3995" y="1274"/>
                      <a:pt x="4292" y="407"/>
                    </a:cubicBezTo>
                    <a:lnTo>
                      <a:pt x="3995" y="133"/>
                    </a:lnTo>
                    <a:cubicBezTo>
                      <a:pt x="3904" y="34"/>
                      <a:pt x="3746" y="1"/>
                      <a:pt x="3556" y="1"/>
                    </a:cubicBezTo>
                    <a:close/>
                  </a:path>
                </a:pathLst>
              </a:custGeom>
              <a:solidFill>
                <a:srgbClr val="DA6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7"/>
              <p:cNvSpPr/>
              <p:nvPr/>
            </p:nvSpPr>
            <p:spPr>
              <a:xfrm>
                <a:off x="-3202250" y="1142600"/>
                <a:ext cx="71375" cy="155100"/>
              </a:xfrm>
              <a:custGeom>
                <a:avLst/>
                <a:gdLst/>
                <a:ahLst/>
                <a:cxnLst/>
                <a:rect l="l" t="t" r="r" b="b"/>
                <a:pathLst>
                  <a:path w="2855" h="6204" extrusionOk="0">
                    <a:moveTo>
                      <a:pt x="2249" y="1"/>
                    </a:moveTo>
                    <a:cubicBezTo>
                      <a:pt x="2215" y="1"/>
                      <a:pt x="2147" y="75"/>
                      <a:pt x="2010" y="223"/>
                    </a:cubicBezTo>
                    <a:cubicBezTo>
                      <a:pt x="1439" y="497"/>
                      <a:pt x="868" y="794"/>
                      <a:pt x="298" y="1364"/>
                    </a:cubicBezTo>
                    <a:cubicBezTo>
                      <a:pt x="1" y="1638"/>
                      <a:pt x="1" y="2506"/>
                      <a:pt x="298" y="2780"/>
                    </a:cubicBezTo>
                    <a:cubicBezTo>
                      <a:pt x="298" y="3076"/>
                      <a:pt x="572" y="3647"/>
                      <a:pt x="572" y="3921"/>
                    </a:cubicBezTo>
                    <a:cubicBezTo>
                      <a:pt x="298" y="4491"/>
                      <a:pt x="572" y="5359"/>
                      <a:pt x="572" y="5929"/>
                    </a:cubicBezTo>
                    <a:cubicBezTo>
                      <a:pt x="572" y="6203"/>
                      <a:pt x="572" y="6203"/>
                      <a:pt x="868" y="6203"/>
                    </a:cubicBezTo>
                    <a:cubicBezTo>
                      <a:pt x="1142" y="5929"/>
                      <a:pt x="1713" y="5633"/>
                      <a:pt x="2010" y="5359"/>
                    </a:cubicBezTo>
                    <a:cubicBezTo>
                      <a:pt x="2283" y="4788"/>
                      <a:pt x="2854" y="4491"/>
                      <a:pt x="2854" y="3921"/>
                    </a:cubicBezTo>
                    <a:cubicBezTo>
                      <a:pt x="2580" y="3350"/>
                      <a:pt x="2580" y="2506"/>
                      <a:pt x="2580" y="1638"/>
                    </a:cubicBezTo>
                    <a:cubicBezTo>
                      <a:pt x="2580" y="1068"/>
                      <a:pt x="2580" y="497"/>
                      <a:pt x="2283" y="223"/>
                    </a:cubicBezTo>
                    <a:cubicBezTo>
                      <a:pt x="2283" y="75"/>
                      <a:pt x="2283" y="1"/>
                      <a:pt x="2249" y="1"/>
                    </a:cubicBezTo>
                    <a:close/>
                  </a:path>
                </a:pathLst>
              </a:custGeom>
              <a:solidFill>
                <a:srgbClr val="DA6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7"/>
              <p:cNvSpPr/>
              <p:nvPr/>
            </p:nvSpPr>
            <p:spPr>
              <a:xfrm>
                <a:off x="-3316375" y="456000"/>
                <a:ext cx="214025" cy="649400"/>
              </a:xfrm>
              <a:custGeom>
                <a:avLst/>
                <a:gdLst/>
                <a:ahLst/>
                <a:cxnLst/>
                <a:rect l="l" t="t" r="r" b="b"/>
                <a:pathLst>
                  <a:path w="8561" h="25976" extrusionOk="0">
                    <a:moveTo>
                      <a:pt x="8560" y="0"/>
                    </a:moveTo>
                    <a:cubicBezTo>
                      <a:pt x="8560" y="867"/>
                      <a:pt x="8560" y="2009"/>
                      <a:pt x="8286" y="2853"/>
                    </a:cubicBezTo>
                    <a:cubicBezTo>
                      <a:pt x="8286" y="4565"/>
                      <a:pt x="7990" y="6003"/>
                      <a:pt x="7990" y="7418"/>
                    </a:cubicBezTo>
                    <a:cubicBezTo>
                      <a:pt x="7716" y="11983"/>
                      <a:pt x="7716" y="16845"/>
                      <a:pt x="7716" y="21410"/>
                    </a:cubicBezTo>
                    <a:cubicBezTo>
                      <a:pt x="7716" y="22255"/>
                      <a:pt x="7716" y="22551"/>
                      <a:pt x="7145" y="23122"/>
                    </a:cubicBezTo>
                    <a:lnTo>
                      <a:pt x="5433" y="24834"/>
                    </a:lnTo>
                    <a:cubicBezTo>
                      <a:pt x="4863" y="25108"/>
                      <a:pt x="4566" y="25679"/>
                      <a:pt x="3721" y="25405"/>
                    </a:cubicBezTo>
                    <a:cubicBezTo>
                      <a:pt x="3151" y="25108"/>
                      <a:pt x="2283" y="25405"/>
                      <a:pt x="1713" y="25679"/>
                    </a:cubicBezTo>
                    <a:cubicBezTo>
                      <a:pt x="572" y="25975"/>
                      <a:pt x="572" y="25679"/>
                      <a:pt x="298" y="24834"/>
                    </a:cubicBezTo>
                    <a:lnTo>
                      <a:pt x="298" y="13125"/>
                    </a:lnTo>
                    <a:cubicBezTo>
                      <a:pt x="1" y="9998"/>
                      <a:pt x="1" y="7144"/>
                      <a:pt x="1" y="3995"/>
                    </a:cubicBezTo>
                    <a:cubicBezTo>
                      <a:pt x="1" y="3150"/>
                      <a:pt x="1" y="2579"/>
                      <a:pt x="868" y="2283"/>
                    </a:cubicBezTo>
                    <a:cubicBezTo>
                      <a:pt x="2010" y="1438"/>
                      <a:pt x="3151" y="571"/>
                      <a:pt x="4863" y="297"/>
                    </a:cubicBezTo>
                    <a:cubicBezTo>
                      <a:pt x="5707" y="297"/>
                      <a:pt x="6278" y="0"/>
                      <a:pt x="7145" y="0"/>
                    </a:cubicBezTo>
                    <a:close/>
                    <a:moveTo>
                      <a:pt x="4863" y="2853"/>
                    </a:moveTo>
                    <a:cubicBezTo>
                      <a:pt x="3425" y="2853"/>
                      <a:pt x="2010" y="3150"/>
                      <a:pt x="572" y="3150"/>
                    </a:cubicBezTo>
                    <a:lnTo>
                      <a:pt x="572" y="8560"/>
                    </a:lnTo>
                    <a:cubicBezTo>
                      <a:pt x="572" y="13695"/>
                      <a:pt x="868" y="19128"/>
                      <a:pt x="868" y="24263"/>
                    </a:cubicBezTo>
                    <a:cubicBezTo>
                      <a:pt x="868" y="24834"/>
                      <a:pt x="1142" y="25108"/>
                      <a:pt x="1713" y="24834"/>
                    </a:cubicBezTo>
                    <a:cubicBezTo>
                      <a:pt x="2580" y="24834"/>
                      <a:pt x="3151" y="24537"/>
                      <a:pt x="3995" y="24537"/>
                    </a:cubicBezTo>
                    <a:cubicBezTo>
                      <a:pt x="4566" y="24537"/>
                      <a:pt x="4863" y="24537"/>
                      <a:pt x="4863" y="23967"/>
                    </a:cubicBezTo>
                    <a:lnTo>
                      <a:pt x="4863" y="19972"/>
                    </a:lnTo>
                    <a:lnTo>
                      <a:pt x="4863" y="12554"/>
                    </a:lnTo>
                    <a:lnTo>
                      <a:pt x="4863" y="6003"/>
                    </a:lnTo>
                    <a:close/>
                    <a:moveTo>
                      <a:pt x="5433" y="23693"/>
                    </a:moveTo>
                    <a:cubicBezTo>
                      <a:pt x="5707" y="23396"/>
                      <a:pt x="6004" y="23396"/>
                      <a:pt x="6004" y="23122"/>
                    </a:cubicBezTo>
                    <a:cubicBezTo>
                      <a:pt x="6848" y="22551"/>
                      <a:pt x="7419" y="21684"/>
                      <a:pt x="7419" y="20543"/>
                    </a:cubicBezTo>
                    <a:cubicBezTo>
                      <a:pt x="7145" y="19698"/>
                      <a:pt x="7145" y="18557"/>
                      <a:pt x="7145" y="17690"/>
                    </a:cubicBezTo>
                    <a:cubicBezTo>
                      <a:pt x="7145" y="12851"/>
                      <a:pt x="7145" y="8286"/>
                      <a:pt x="7716" y="3424"/>
                    </a:cubicBezTo>
                    <a:cubicBezTo>
                      <a:pt x="7716" y="2579"/>
                      <a:pt x="7990" y="1712"/>
                      <a:pt x="7990" y="867"/>
                    </a:cubicBezTo>
                    <a:cubicBezTo>
                      <a:pt x="7145" y="1141"/>
                      <a:pt x="6575" y="1712"/>
                      <a:pt x="5707" y="2009"/>
                    </a:cubicBezTo>
                    <a:lnTo>
                      <a:pt x="5707" y="2283"/>
                    </a:lnTo>
                    <a:cubicBezTo>
                      <a:pt x="5707" y="3995"/>
                      <a:pt x="5433" y="5706"/>
                      <a:pt x="5433" y="7144"/>
                    </a:cubicBezTo>
                    <a:lnTo>
                      <a:pt x="5433" y="17690"/>
                    </a:lnTo>
                    <a:close/>
                    <a:moveTo>
                      <a:pt x="6575" y="867"/>
                    </a:moveTo>
                    <a:cubicBezTo>
                      <a:pt x="3721" y="1141"/>
                      <a:pt x="2283" y="1438"/>
                      <a:pt x="1439" y="2579"/>
                    </a:cubicBezTo>
                    <a:cubicBezTo>
                      <a:pt x="3425" y="2283"/>
                      <a:pt x="5137" y="2579"/>
                      <a:pt x="6575" y="867"/>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7"/>
              <p:cNvSpPr/>
              <p:nvPr/>
            </p:nvSpPr>
            <p:spPr>
              <a:xfrm>
                <a:off x="-3302100" y="1112225"/>
                <a:ext cx="185475" cy="214000"/>
              </a:xfrm>
              <a:custGeom>
                <a:avLst/>
                <a:gdLst/>
                <a:ahLst/>
                <a:cxnLst/>
                <a:rect l="l" t="t" r="r" b="b"/>
                <a:pathLst>
                  <a:path w="7419" h="8560" extrusionOk="0">
                    <a:moveTo>
                      <a:pt x="4292" y="0"/>
                    </a:moveTo>
                    <a:cubicBezTo>
                      <a:pt x="4862" y="0"/>
                      <a:pt x="5433" y="0"/>
                      <a:pt x="6004" y="297"/>
                    </a:cubicBezTo>
                    <a:cubicBezTo>
                      <a:pt x="6574" y="297"/>
                      <a:pt x="6848" y="571"/>
                      <a:pt x="6848" y="1141"/>
                    </a:cubicBezTo>
                    <a:cubicBezTo>
                      <a:pt x="7145" y="2579"/>
                      <a:pt x="7145" y="3721"/>
                      <a:pt x="7419" y="5136"/>
                    </a:cubicBezTo>
                    <a:cubicBezTo>
                      <a:pt x="7419" y="5433"/>
                      <a:pt x="7145" y="5706"/>
                      <a:pt x="7145" y="6003"/>
                    </a:cubicBezTo>
                    <a:cubicBezTo>
                      <a:pt x="6277" y="6574"/>
                      <a:pt x="5707" y="7144"/>
                      <a:pt x="4862" y="7989"/>
                    </a:cubicBezTo>
                    <a:cubicBezTo>
                      <a:pt x="4566" y="8286"/>
                      <a:pt x="4292" y="8560"/>
                      <a:pt x="3721" y="8286"/>
                    </a:cubicBezTo>
                    <a:cubicBezTo>
                      <a:pt x="2854" y="7989"/>
                      <a:pt x="2283" y="7989"/>
                      <a:pt x="1439" y="7715"/>
                    </a:cubicBezTo>
                    <a:cubicBezTo>
                      <a:pt x="571" y="7715"/>
                      <a:pt x="297" y="6848"/>
                      <a:pt x="1" y="6003"/>
                    </a:cubicBezTo>
                    <a:lnTo>
                      <a:pt x="1" y="2283"/>
                    </a:lnTo>
                    <a:lnTo>
                      <a:pt x="868" y="1438"/>
                    </a:lnTo>
                    <a:cubicBezTo>
                      <a:pt x="1712" y="868"/>
                      <a:pt x="2580" y="571"/>
                      <a:pt x="3424" y="0"/>
                    </a:cubicBezTo>
                    <a:close/>
                    <a:moveTo>
                      <a:pt x="3995" y="7715"/>
                    </a:moveTo>
                    <a:lnTo>
                      <a:pt x="3995" y="7418"/>
                    </a:lnTo>
                    <a:cubicBezTo>
                      <a:pt x="3995" y="6003"/>
                      <a:pt x="3995" y="4565"/>
                      <a:pt x="3721" y="3150"/>
                    </a:cubicBezTo>
                    <a:cubicBezTo>
                      <a:pt x="3721" y="3150"/>
                      <a:pt x="3424" y="2579"/>
                      <a:pt x="3150" y="2579"/>
                    </a:cubicBezTo>
                    <a:cubicBezTo>
                      <a:pt x="2283" y="2579"/>
                      <a:pt x="1439" y="2579"/>
                      <a:pt x="571" y="2283"/>
                    </a:cubicBezTo>
                    <a:cubicBezTo>
                      <a:pt x="571" y="3721"/>
                      <a:pt x="571" y="4862"/>
                      <a:pt x="868" y="6277"/>
                    </a:cubicBezTo>
                    <a:cubicBezTo>
                      <a:pt x="868" y="6277"/>
                      <a:pt x="1142" y="6848"/>
                      <a:pt x="1439" y="6848"/>
                    </a:cubicBezTo>
                    <a:cubicBezTo>
                      <a:pt x="2009" y="7144"/>
                      <a:pt x="3150" y="7418"/>
                      <a:pt x="3995" y="7715"/>
                    </a:cubicBezTo>
                    <a:close/>
                    <a:moveTo>
                      <a:pt x="4862" y="6848"/>
                    </a:moveTo>
                    <a:cubicBezTo>
                      <a:pt x="5433" y="6574"/>
                      <a:pt x="6004" y="6003"/>
                      <a:pt x="6277" y="5706"/>
                    </a:cubicBezTo>
                    <a:cubicBezTo>
                      <a:pt x="6574" y="5433"/>
                      <a:pt x="6574" y="5136"/>
                      <a:pt x="6574" y="5136"/>
                    </a:cubicBezTo>
                    <a:cubicBezTo>
                      <a:pt x="6574" y="4291"/>
                      <a:pt x="6277" y="3424"/>
                      <a:pt x="6277" y="2579"/>
                    </a:cubicBezTo>
                    <a:lnTo>
                      <a:pt x="6277" y="1438"/>
                    </a:lnTo>
                    <a:cubicBezTo>
                      <a:pt x="5707" y="1712"/>
                      <a:pt x="5136" y="2009"/>
                      <a:pt x="4862" y="2283"/>
                    </a:cubicBezTo>
                    <a:cubicBezTo>
                      <a:pt x="4566" y="2283"/>
                      <a:pt x="4566" y="2579"/>
                      <a:pt x="4566" y="2853"/>
                    </a:cubicBezTo>
                    <a:cubicBezTo>
                      <a:pt x="4566" y="3995"/>
                      <a:pt x="4566" y="5433"/>
                      <a:pt x="4862" y="6848"/>
                    </a:cubicBezTo>
                    <a:close/>
                    <a:moveTo>
                      <a:pt x="5433" y="868"/>
                    </a:moveTo>
                    <a:cubicBezTo>
                      <a:pt x="3995" y="571"/>
                      <a:pt x="2854" y="868"/>
                      <a:pt x="2283" y="1712"/>
                    </a:cubicBezTo>
                    <a:cubicBezTo>
                      <a:pt x="3424" y="2283"/>
                      <a:pt x="4566" y="1712"/>
                      <a:pt x="5433" y="868"/>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6" name="Google Shape;866;p47"/>
            <p:cNvGrpSpPr/>
            <p:nvPr/>
          </p:nvGrpSpPr>
          <p:grpSpPr>
            <a:xfrm rot="959203">
              <a:off x="7674467" y="1682512"/>
              <a:ext cx="309752" cy="1194525"/>
              <a:chOff x="-3316375" y="456000"/>
              <a:chExt cx="214025" cy="870225"/>
            </a:xfrm>
          </p:grpSpPr>
          <p:sp>
            <p:nvSpPr>
              <p:cNvPr id="867" name="Google Shape;867;p47"/>
              <p:cNvSpPr/>
              <p:nvPr/>
            </p:nvSpPr>
            <p:spPr>
              <a:xfrm>
                <a:off x="-3316375" y="456000"/>
                <a:ext cx="214025" cy="644775"/>
              </a:xfrm>
              <a:custGeom>
                <a:avLst/>
                <a:gdLst/>
                <a:ahLst/>
                <a:cxnLst/>
                <a:rect l="l" t="t" r="r" b="b"/>
                <a:pathLst>
                  <a:path w="8561" h="25791" extrusionOk="0">
                    <a:moveTo>
                      <a:pt x="7145" y="0"/>
                    </a:moveTo>
                    <a:cubicBezTo>
                      <a:pt x="6278" y="0"/>
                      <a:pt x="5707" y="297"/>
                      <a:pt x="4863" y="297"/>
                    </a:cubicBezTo>
                    <a:cubicBezTo>
                      <a:pt x="3151" y="571"/>
                      <a:pt x="2010" y="1438"/>
                      <a:pt x="868" y="2283"/>
                    </a:cubicBezTo>
                    <a:cubicBezTo>
                      <a:pt x="1" y="2579"/>
                      <a:pt x="1" y="3150"/>
                      <a:pt x="1" y="3995"/>
                    </a:cubicBezTo>
                    <a:cubicBezTo>
                      <a:pt x="1" y="7144"/>
                      <a:pt x="1" y="9998"/>
                      <a:pt x="298" y="13125"/>
                    </a:cubicBezTo>
                    <a:lnTo>
                      <a:pt x="298" y="24834"/>
                    </a:lnTo>
                    <a:cubicBezTo>
                      <a:pt x="502" y="25465"/>
                      <a:pt x="554" y="25791"/>
                      <a:pt x="1044" y="25791"/>
                    </a:cubicBezTo>
                    <a:cubicBezTo>
                      <a:pt x="1209" y="25791"/>
                      <a:pt x="1425" y="25753"/>
                      <a:pt x="1713" y="25679"/>
                    </a:cubicBezTo>
                    <a:cubicBezTo>
                      <a:pt x="2115" y="25485"/>
                      <a:pt x="2664" y="25281"/>
                      <a:pt x="3154" y="25281"/>
                    </a:cubicBezTo>
                    <a:cubicBezTo>
                      <a:pt x="3359" y="25281"/>
                      <a:pt x="3553" y="25317"/>
                      <a:pt x="3721" y="25405"/>
                    </a:cubicBezTo>
                    <a:cubicBezTo>
                      <a:pt x="3878" y="25455"/>
                      <a:pt x="4016" y="25477"/>
                      <a:pt x="4140" y="25477"/>
                    </a:cubicBezTo>
                    <a:cubicBezTo>
                      <a:pt x="4685" y="25477"/>
                      <a:pt x="4968" y="25057"/>
                      <a:pt x="5433" y="24834"/>
                    </a:cubicBezTo>
                    <a:lnTo>
                      <a:pt x="7145" y="23122"/>
                    </a:lnTo>
                    <a:cubicBezTo>
                      <a:pt x="7716" y="22551"/>
                      <a:pt x="7716" y="22255"/>
                      <a:pt x="7716" y="21410"/>
                    </a:cubicBezTo>
                    <a:cubicBezTo>
                      <a:pt x="7716" y="16845"/>
                      <a:pt x="7716" y="11983"/>
                      <a:pt x="7990" y="7418"/>
                    </a:cubicBezTo>
                    <a:cubicBezTo>
                      <a:pt x="7990" y="6003"/>
                      <a:pt x="8286" y="4565"/>
                      <a:pt x="8286" y="2853"/>
                    </a:cubicBezTo>
                    <a:cubicBezTo>
                      <a:pt x="8560" y="2009"/>
                      <a:pt x="8560" y="867"/>
                      <a:pt x="8560" y="0"/>
                    </a:cubicBezTo>
                    <a:close/>
                  </a:path>
                </a:pathLst>
              </a:custGeom>
              <a:solidFill>
                <a:srgbClr val="FFCD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7"/>
              <p:cNvSpPr/>
              <p:nvPr/>
            </p:nvSpPr>
            <p:spPr>
              <a:xfrm>
                <a:off x="-3302100" y="1112225"/>
                <a:ext cx="185475" cy="209975"/>
              </a:xfrm>
              <a:custGeom>
                <a:avLst/>
                <a:gdLst/>
                <a:ahLst/>
                <a:cxnLst/>
                <a:rect l="l" t="t" r="r" b="b"/>
                <a:pathLst>
                  <a:path w="7419" h="8399" extrusionOk="0">
                    <a:moveTo>
                      <a:pt x="3424" y="0"/>
                    </a:moveTo>
                    <a:cubicBezTo>
                      <a:pt x="2580" y="571"/>
                      <a:pt x="1712" y="868"/>
                      <a:pt x="868" y="1438"/>
                    </a:cubicBezTo>
                    <a:lnTo>
                      <a:pt x="1" y="2283"/>
                    </a:lnTo>
                    <a:lnTo>
                      <a:pt x="1" y="6003"/>
                    </a:lnTo>
                    <a:cubicBezTo>
                      <a:pt x="297" y="6848"/>
                      <a:pt x="571" y="7715"/>
                      <a:pt x="1439" y="7715"/>
                    </a:cubicBezTo>
                    <a:cubicBezTo>
                      <a:pt x="2283" y="7989"/>
                      <a:pt x="2854" y="7989"/>
                      <a:pt x="3721" y="8286"/>
                    </a:cubicBezTo>
                    <a:cubicBezTo>
                      <a:pt x="3887" y="8365"/>
                      <a:pt x="4027" y="8399"/>
                      <a:pt x="4151" y="8399"/>
                    </a:cubicBezTo>
                    <a:cubicBezTo>
                      <a:pt x="4453" y="8399"/>
                      <a:pt x="4652" y="8200"/>
                      <a:pt x="4862" y="7989"/>
                    </a:cubicBezTo>
                    <a:cubicBezTo>
                      <a:pt x="5707" y="7144"/>
                      <a:pt x="6277" y="6574"/>
                      <a:pt x="7145" y="6003"/>
                    </a:cubicBezTo>
                    <a:cubicBezTo>
                      <a:pt x="7145" y="5706"/>
                      <a:pt x="7419" y="5433"/>
                      <a:pt x="7419" y="5136"/>
                    </a:cubicBezTo>
                    <a:cubicBezTo>
                      <a:pt x="7145" y="3721"/>
                      <a:pt x="7145" y="2579"/>
                      <a:pt x="6848" y="1141"/>
                    </a:cubicBezTo>
                    <a:cubicBezTo>
                      <a:pt x="6848" y="571"/>
                      <a:pt x="6574" y="297"/>
                      <a:pt x="6004" y="297"/>
                    </a:cubicBezTo>
                    <a:cubicBezTo>
                      <a:pt x="5433" y="0"/>
                      <a:pt x="4862" y="0"/>
                      <a:pt x="4292" y="0"/>
                    </a:cubicBezTo>
                    <a:close/>
                  </a:path>
                </a:pathLst>
              </a:custGeom>
              <a:solidFill>
                <a:srgbClr val="FFCD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7"/>
              <p:cNvSpPr/>
              <p:nvPr/>
            </p:nvSpPr>
            <p:spPr>
              <a:xfrm>
                <a:off x="-3187975" y="467200"/>
                <a:ext cx="78775" cy="600525"/>
              </a:xfrm>
              <a:custGeom>
                <a:avLst/>
                <a:gdLst/>
                <a:ahLst/>
                <a:cxnLst/>
                <a:rect l="l" t="t" r="r" b="b"/>
                <a:pathLst>
                  <a:path w="3151" h="24021" extrusionOk="0">
                    <a:moveTo>
                      <a:pt x="2931" y="1"/>
                    </a:moveTo>
                    <a:cubicBezTo>
                      <a:pt x="2887" y="1"/>
                      <a:pt x="2854" y="31"/>
                      <a:pt x="2854" y="123"/>
                    </a:cubicBezTo>
                    <a:cubicBezTo>
                      <a:pt x="2580" y="123"/>
                      <a:pt x="2009" y="419"/>
                      <a:pt x="1712" y="693"/>
                    </a:cubicBezTo>
                    <a:cubicBezTo>
                      <a:pt x="1439" y="990"/>
                      <a:pt x="868" y="1264"/>
                      <a:pt x="571" y="1561"/>
                    </a:cubicBezTo>
                    <a:cubicBezTo>
                      <a:pt x="297" y="1561"/>
                      <a:pt x="297" y="1835"/>
                      <a:pt x="297" y="2131"/>
                    </a:cubicBezTo>
                    <a:lnTo>
                      <a:pt x="297" y="3273"/>
                    </a:lnTo>
                    <a:cubicBezTo>
                      <a:pt x="1" y="3843"/>
                      <a:pt x="1" y="4414"/>
                      <a:pt x="1" y="4985"/>
                    </a:cubicBezTo>
                    <a:lnTo>
                      <a:pt x="1" y="7838"/>
                    </a:lnTo>
                    <a:lnTo>
                      <a:pt x="1" y="8682"/>
                    </a:lnTo>
                    <a:lnTo>
                      <a:pt x="1" y="10120"/>
                    </a:lnTo>
                    <a:lnTo>
                      <a:pt x="1" y="12973"/>
                    </a:lnTo>
                    <a:lnTo>
                      <a:pt x="1" y="15827"/>
                    </a:lnTo>
                    <a:lnTo>
                      <a:pt x="1" y="18680"/>
                    </a:lnTo>
                    <a:lnTo>
                      <a:pt x="1" y="21533"/>
                    </a:lnTo>
                    <a:lnTo>
                      <a:pt x="1" y="23815"/>
                    </a:lnTo>
                    <a:cubicBezTo>
                      <a:pt x="1" y="23952"/>
                      <a:pt x="75" y="24021"/>
                      <a:pt x="149" y="24021"/>
                    </a:cubicBezTo>
                    <a:cubicBezTo>
                      <a:pt x="223" y="24021"/>
                      <a:pt x="297" y="23952"/>
                      <a:pt x="297" y="23815"/>
                    </a:cubicBezTo>
                    <a:cubicBezTo>
                      <a:pt x="571" y="23519"/>
                      <a:pt x="868" y="23519"/>
                      <a:pt x="868" y="23519"/>
                    </a:cubicBezTo>
                    <a:cubicBezTo>
                      <a:pt x="1142" y="23245"/>
                      <a:pt x="1439" y="22948"/>
                      <a:pt x="1439" y="22674"/>
                    </a:cubicBezTo>
                    <a:cubicBezTo>
                      <a:pt x="1712" y="22377"/>
                      <a:pt x="2009" y="22377"/>
                      <a:pt x="2283" y="21807"/>
                    </a:cubicBezTo>
                    <a:lnTo>
                      <a:pt x="2283" y="20392"/>
                    </a:lnTo>
                    <a:cubicBezTo>
                      <a:pt x="2283" y="18109"/>
                      <a:pt x="2580" y="16100"/>
                      <a:pt x="2283" y="13818"/>
                    </a:cubicBezTo>
                    <a:cubicBezTo>
                      <a:pt x="2283" y="11535"/>
                      <a:pt x="2283" y="8979"/>
                      <a:pt x="2580" y="6400"/>
                    </a:cubicBezTo>
                    <a:lnTo>
                      <a:pt x="2580" y="3273"/>
                    </a:lnTo>
                    <a:cubicBezTo>
                      <a:pt x="2854" y="2131"/>
                      <a:pt x="3150" y="1264"/>
                      <a:pt x="3150" y="123"/>
                    </a:cubicBezTo>
                    <a:cubicBezTo>
                      <a:pt x="3150" y="123"/>
                      <a:pt x="3019" y="1"/>
                      <a:pt x="2931" y="1"/>
                    </a:cubicBezTo>
                    <a:close/>
                  </a:path>
                </a:pathLst>
              </a:custGeom>
              <a:solidFill>
                <a:srgbClr val="DA6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7"/>
              <p:cNvSpPr/>
              <p:nvPr/>
            </p:nvSpPr>
            <p:spPr>
              <a:xfrm>
                <a:off x="-3259300" y="1116325"/>
                <a:ext cx="107300" cy="54275"/>
              </a:xfrm>
              <a:custGeom>
                <a:avLst/>
                <a:gdLst/>
                <a:ahLst/>
                <a:cxnLst/>
                <a:rect l="l" t="t" r="r" b="b"/>
                <a:pathLst>
                  <a:path w="4292" h="2171" extrusionOk="0">
                    <a:moveTo>
                      <a:pt x="3556" y="1"/>
                    </a:moveTo>
                    <a:cubicBezTo>
                      <a:pt x="3176" y="1"/>
                      <a:pt x="2663" y="133"/>
                      <a:pt x="2283" y="133"/>
                    </a:cubicBezTo>
                    <a:cubicBezTo>
                      <a:pt x="1438" y="407"/>
                      <a:pt x="571" y="704"/>
                      <a:pt x="0" y="1274"/>
                    </a:cubicBezTo>
                    <a:lnTo>
                      <a:pt x="0" y="1548"/>
                    </a:lnTo>
                    <a:lnTo>
                      <a:pt x="0" y="1845"/>
                    </a:lnTo>
                    <a:lnTo>
                      <a:pt x="297" y="1845"/>
                    </a:lnTo>
                    <a:cubicBezTo>
                      <a:pt x="629" y="2004"/>
                      <a:pt x="1053" y="2171"/>
                      <a:pt x="1462" y="2171"/>
                    </a:cubicBezTo>
                    <a:cubicBezTo>
                      <a:pt x="1757" y="2171"/>
                      <a:pt x="2044" y="2084"/>
                      <a:pt x="2283" y="1845"/>
                    </a:cubicBezTo>
                    <a:cubicBezTo>
                      <a:pt x="2854" y="1548"/>
                      <a:pt x="3995" y="1274"/>
                      <a:pt x="4292" y="407"/>
                    </a:cubicBezTo>
                    <a:lnTo>
                      <a:pt x="3995" y="133"/>
                    </a:lnTo>
                    <a:cubicBezTo>
                      <a:pt x="3904" y="34"/>
                      <a:pt x="3746" y="1"/>
                      <a:pt x="3556" y="1"/>
                    </a:cubicBezTo>
                    <a:close/>
                  </a:path>
                </a:pathLst>
              </a:custGeom>
              <a:solidFill>
                <a:srgbClr val="DA6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7"/>
              <p:cNvSpPr/>
              <p:nvPr/>
            </p:nvSpPr>
            <p:spPr>
              <a:xfrm>
                <a:off x="-3202250" y="1142600"/>
                <a:ext cx="71375" cy="155100"/>
              </a:xfrm>
              <a:custGeom>
                <a:avLst/>
                <a:gdLst/>
                <a:ahLst/>
                <a:cxnLst/>
                <a:rect l="l" t="t" r="r" b="b"/>
                <a:pathLst>
                  <a:path w="2855" h="6204" extrusionOk="0">
                    <a:moveTo>
                      <a:pt x="2249" y="1"/>
                    </a:moveTo>
                    <a:cubicBezTo>
                      <a:pt x="2215" y="1"/>
                      <a:pt x="2147" y="75"/>
                      <a:pt x="2010" y="223"/>
                    </a:cubicBezTo>
                    <a:cubicBezTo>
                      <a:pt x="1439" y="497"/>
                      <a:pt x="868" y="794"/>
                      <a:pt x="298" y="1364"/>
                    </a:cubicBezTo>
                    <a:cubicBezTo>
                      <a:pt x="1" y="1638"/>
                      <a:pt x="1" y="2506"/>
                      <a:pt x="298" y="2780"/>
                    </a:cubicBezTo>
                    <a:cubicBezTo>
                      <a:pt x="298" y="3076"/>
                      <a:pt x="572" y="3647"/>
                      <a:pt x="572" y="3921"/>
                    </a:cubicBezTo>
                    <a:cubicBezTo>
                      <a:pt x="298" y="4491"/>
                      <a:pt x="572" y="5359"/>
                      <a:pt x="572" y="5929"/>
                    </a:cubicBezTo>
                    <a:cubicBezTo>
                      <a:pt x="572" y="6203"/>
                      <a:pt x="572" y="6203"/>
                      <a:pt x="868" y="6203"/>
                    </a:cubicBezTo>
                    <a:cubicBezTo>
                      <a:pt x="1142" y="5929"/>
                      <a:pt x="1713" y="5633"/>
                      <a:pt x="2010" y="5359"/>
                    </a:cubicBezTo>
                    <a:cubicBezTo>
                      <a:pt x="2283" y="4788"/>
                      <a:pt x="2854" y="4491"/>
                      <a:pt x="2854" y="3921"/>
                    </a:cubicBezTo>
                    <a:cubicBezTo>
                      <a:pt x="2580" y="3350"/>
                      <a:pt x="2580" y="2506"/>
                      <a:pt x="2580" y="1638"/>
                    </a:cubicBezTo>
                    <a:cubicBezTo>
                      <a:pt x="2580" y="1068"/>
                      <a:pt x="2580" y="497"/>
                      <a:pt x="2283" y="223"/>
                    </a:cubicBezTo>
                    <a:cubicBezTo>
                      <a:pt x="2283" y="75"/>
                      <a:pt x="2283" y="1"/>
                      <a:pt x="2249" y="1"/>
                    </a:cubicBezTo>
                    <a:close/>
                  </a:path>
                </a:pathLst>
              </a:custGeom>
              <a:solidFill>
                <a:srgbClr val="DA6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7"/>
              <p:cNvSpPr/>
              <p:nvPr/>
            </p:nvSpPr>
            <p:spPr>
              <a:xfrm>
                <a:off x="-3316375" y="456000"/>
                <a:ext cx="214025" cy="649400"/>
              </a:xfrm>
              <a:custGeom>
                <a:avLst/>
                <a:gdLst/>
                <a:ahLst/>
                <a:cxnLst/>
                <a:rect l="l" t="t" r="r" b="b"/>
                <a:pathLst>
                  <a:path w="8561" h="25976" extrusionOk="0">
                    <a:moveTo>
                      <a:pt x="8560" y="0"/>
                    </a:moveTo>
                    <a:cubicBezTo>
                      <a:pt x="8560" y="867"/>
                      <a:pt x="8560" y="2009"/>
                      <a:pt x="8286" y="2853"/>
                    </a:cubicBezTo>
                    <a:cubicBezTo>
                      <a:pt x="8286" y="4565"/>
                      <a:pt x="7990" y="6003"/>
                      <a:pt x="7990" y="7418"/>
                    </a:cubicBezTo>
                    <a:cubicBezTo>
                      <a:pt x="7716" y="11983"/>
                      <a:pt x="7716" y="16845"/>
                      <a:pt x="7716" y="21410"/>
                    </a:cubicBezTo>
                    <a:cubicBezTo>
                      <a:pt x="7716" y="22255"/>
                      <a:pt x="7716" y="22551"/>
                      <a:pt x="7145" y="23122"/>
                    </a:cubicBezTo>
                    <a:lnTo>
                      <a:pt x="5433" y="24834"/>
                    </a:lnTo>
                    <a:cubicBezTo>
                      <a:pt x="4863" y="25108"/>
                      <a:pt x="4566" y="25679"/>
                      <a:pt x="3721" y="25405"/>
                    </a:cubicBezTo>
                    <a:cubicBezTo>
                      <a:pt x="3151" y="25108"/>
                      <a:pt x="2283" y="25405"/>
                      <a:pt x="1713" y="25679"/>
                    </a:cubicBezTo>
                    <a:cubicBezTo>
                      <a:pt x="572" y="25975"/>
                      <a:pt x="572" y="25679"/>
                      <a:pt x="298" y="24834"/>
                    </a:cubicBezTo>
                    <a:lnTo>
                      <a:pt x="298" y="13125"/>
                    </a:lnTo>
                    <a:cubicBezTo>
                      <a:pt x="1" y="9998"/>
                      <a:pt x="1" y="7144"/>
                      <a:pt x="1" y="3995"/>
                    </a:cubicBezTo>
                    <a:cubicBezTo>
                      <a:pt x="1" y="3150"/>
                      <a:pt x="1" y="2579"/>
                      <a:pt x="868" y="2283"/>
                    </a:cubicBezTo>
                    <a:cubicBezTo>
                      <a:pt x="2010" y="1438"/>
                      <a:pt x="3151" y="571"/>
                      <a:pt x="4863" y="297"/>
                    </a:cubicBezTo>
                    <a:cubicBezTo>
                      <a:pt x="5707" y="297"/>
                      <a:pt x="6278" y="0"/>
                      <a:pt x="7145" y="0"/>
                    </a:cubicBezTo>
                    <a:close/>
                    <a:moveTo>
                      <a:pt x="4863" y="2853"/>
                    </a:moveTo>
                    <a:cubicBezTo>
                      <a:pt x="3425" y="2853"/>
                      <a:pt x="2010" y="3150"/>
                      <a:pt x="572" y="3150"/>
                    </a:cubicBezTo>
                    <a:lnTo>
                      <a:pt x="572" y="8560"/>
                    </a:lnTo>
                    <a:cubicBezTo>
                      <a:pt x="572" y="13695"/>
                      <a:pt x="868" y="19128"/>
                      <a:pt x="868" y="24263"/>
                    </a:cubicBezTo>
                    <a:cubicBezTo>
                      <a:pt x="868" y="24834"/>
                      <a:pt x="1142" y="25108"/>
                      <a:pt x="1713" y="24834"/>
                    </a:cubicBezTo>
                    <a:cubicBezTo>
                      <a:pt x="2580" y="24834"/>
                      <a:pt x="3151" y="24537"/>
                      <a:pt x="3995" y="24537"/>
                    </a:cubicBezTo>
                    <a:cubicBezTo>
                      <a:pt x="4566" y="24537"/>
                      <a:pt x="4863" y="24537"/>
                      <a:pt x="4863" y="23967"/>
                    </a:cubicBezTo>
                    <a:lnTo>
                      <a:pt x="4863" y="19972"/>
                    </a:lnTo>
                    <a:lnTo>
                      <a:pt x="4863" y="12554"/>
                    </a:lnTo>
                    <a:lnTo>
                      <a:pt x="4863" y="6003"/>
                    </a:lnTo>
                    <a:close/>
                    <a:moveTo>
                      <a:pt x="5433" y="23693"/>
                    </a:moveTo>
                    <a:cubicBezTo>
                      <a:pt x="5707" y="23396"/>
                      <a:pt x="6004" y="23396"/>
                      <a:pt x="6004" y="23122"/>
                    </a:cubicBezTo>
                    <a:cubicBezTo>
                      <a:pt x="6848" y="22551"/>
                      <a:pt x="7419" y="21684"/>
                      <a:pt x="7419" y="20543"/>
                    </a:cubicBezTo>
                    <a:cubicBezTo>
                      <a:pt x="7145" y="19698"/>
                      <a:pt x="7145" y="18557"/>
                      <a:pt x="7145" y="17690"/>
                    </a:cubicBezTo>
                    <a:cubicBezTo>
                      <a:pt x="7145" y="12851"/>
                      <a:pt x="7145" y="8286"/>
                      <a:pt x="7716" y="3424"/>
                    </a:cubicBezTo>
                    <a:cubicBezTo>
                      <a:pt x="7716" y="2579"/>
                      <a:pt x="7990" y="1712"/>
                      <a:pt x="7990" y="867"/>
                    </a:cubicBezTo>
                    <a:cubicBezTo>
                      <a:pt x="7145" y="1141"/>
                      <a:pt x="6575" y="1712"/>
                      <a:pt x="5707" y="2009"/>
                    </a:cubicBezTo>
                    <a:lnTo>
                      <a:pt x="5707" y="2283"/>
                    </a:lnTo>
                    <a:cubicBezTo>
                      <a:pt x="5707" y="3995"/>
                      <a:pt x="5433" y="5706"/>
                      <a:pt x="5433" y="7144"/>
                    </a:cubicBezTo>
                    <a:lnTo>
                      <a:pt x="5433" y="17690"/>
                    </a:lnTo>
                    <a:close/>
                    <a:moveTo>
                      <a:pt x="6575" y="867"/>
                    </a:moveTo>
                    <a:cubicBezTo>
                      <a:pt x="3721" y="1141"/>
                      <a:pt x="2283" y="1438"/>
                      <a:pt x="1439" y="2579"/>
                    </a:cubicBezTo>
                    <a:cubicBezTo>
                      <a:pt x="3425" y="2283"/>
                      <a:pt x="5137" y="2579"/>
                      <a:pt x="6575" y="867"/>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7"/>
              <p:cNvSpPr/>
              <p:nvPr/>
            </p:nvSpPr>
            <p:spPr>
              <a:xfrm>
                <a:off x="-3302100" y="1112225"/>
                <a:ext cx="185475" cy="214000"/>
              </a:xfrm>
              <a:custGeom>
                <a:avLst/>
                <a:gdLst/>
                <a:ahLst/>
                <a:cxnLst/>
                <a:rect l="l" t="t" r="r" b="b"/>
                <a:pathLst>
                  <a:path w="7419" h="8560" extrusionOk="0">
                    <a:moveTo>
                      <a:pt x="4292" y="0"/>
                    </a:moveTo>
                    <a:cubicBezTo>
                      <a:pt x="4862" y="0"/>
                      <a:pt x="5433" y="0"/>
                      <a:pt x="6004" y="297"/>
                    </a:cubicBezTo>
                    <a:cubicBezTo>
                      <a:pt x="6574" y="297"/>
                      <a:pt x="6848" y="571"/>
                      <a:pt x="6848" y="1141"/>
                    </a:cubicBezTo>
                    <a:cubicBezTo>
                      <a:pt x="7145" y="2579"/>
                      <a:pt x="7145" y="3721"/>
                      <a:pt x="7419" y="5136"/>
                    </a:cubicBezTo>
                    <a:cubicBezTo>
                      <a:pt x="7419" y="5433"/>
                      <a:pt x="7145" y="5706"/>
                      <a:pt x="7145" y="6003"/>
                    </a:cubicBezTo>
                    <a:cubicBezTo>
                      <a:pt x="6277" y="6574"/>
                      <a:pt x="5707" y="7144"/>
                      <a:pt x="4862" y="7989"/>
                    </a:cubicBezTo>
                    <a:cubicBezTo>
                      <a:pt x="4566" y="8286"/>
                      <a:pt x="4292" y="8560"/>
                      <a:pt x="3721" y="8286"/>
                    </a:cubicBezTo>
                    <a:cubicBezTo>
                      <a:pt x="2854" y="7989"/>
                      <a:pt x="2283" y="7989"/>
                      <a:pt x="1439" y="7715"/>
                    </a:cubicBezTo>
                    <a:cubicBezTo>
                      <a:pt x="571" y="7715"/>
                      <a:pt x="297" y="6848"/>
                      <a:pt x="1" y="6003"/>
                    </a:cubicBezTo>
                    <a:lnTo>
                      <a:pt x="1" y="2283"/>
                    </a:lnTo>
                    <a:lnTo>
                      <a:pt x="868" y="1438"/>
                    </a:lnTo>
                    <a:cubicBezTo>
                      <a:pt x="1712" y="868"/>
                      <a:pt x="2580" y="571"/>
                      <a:pt x="3424" y="0"/>
                    </a:cubicBezTo>
                    <a:close/>
                    <a:moveTo>
                      <a:pt x="3995" y="7715"/>
                    </a:moveTo>
                    <a:lnTo>
                      <a:pt x="3995" y="7418"/>
                    </a:lnTo>
                    <a:cubicBezTo>
                      <a:pt x="3995" y="6003"/>
                      <a:pt x="3995" y="4565"/>
                      <a:pt x="3721" y="3150"/>
                    </a:cubicBezTo>
                    <a:cubicBezTo>
                      <a:pt x="3721" y="3150"/>
                      <a:pt x="3424" y="2579"/>
                      <a:pt x="3150" y="2579"/>
                    </a:cubicBezTo>
                    <a:cubicBezTo>
                      <a:pt x="2283" y="2579"/>
                      <a:pt x="1439" y="2579"/>
                      <a:pt x="571" y="2283"/>
                    </a:cubicBezTo>
                    <a:cubicBezTo>
                      <a:pt x="571" y="3721"/>
                      <a:pt x="571" y="4862"/>
                      <a:pt x="868" y="6277"/>
                    </a:cubicBezTo>
                    <a:cubicBezTo>
                      <a:pt x="868" y="6277"/>
                      <a:pt x="1142" y="6848"/>
                      <a:pt x="1439" y="6848"/>
                    </a:cubicBezTo>
                    <a:cubicBezTo>
                      <a:pt x="2009" y="7144"/>
                      <a:pt x="3150" y="7418"/>
                      <a:pt x="3995" y="7715"/>
                    </a:cubicBezTo>
                    <a:close/>
                    <a:moveTo>
                      <a:pt x="4862" y="6848"/>
                    </a:moveTo>
                    <a:cubicBezTo>
                      <a:pt x="5433" y="6574"/>
                      <a:pt x="6004" y="6003"/>
                      <a:pt x="6277" y="5706"/>
                    </a:cubicBezTo>
                    <a:cubicBezTo>
                      <a:pt x="6574" y="5433"/>
                      <a:pt x="6574" y="5136"/>
                      <a:pt x="6574" y="5136"/>
                    </a:cubicBezTo>
                    <a:cubicBezTo>
                      <a:pt x="6574" y="4291"/>
                      <a:pt x="6277" y="3424"/>
                      <a:pt x="6277" y="2579"/>
                    </a:cubicBezTo>
                    <a:lnTo>
                      <a:pt x="6277" y="1438"/>
                    </a:lnTo>
                    <a:cubicBezTo>
                      <a:pt x="5707" y="1712"/>
                      <a:pt x="5136" y="2009"/>
                      <a:pt x="4862" y="2283"/>
                    </a:cubicBezTo>
                    <a:cubicBezTo>
                      <a:pt x="4566" y="2283"/>
                      <a:pt x="4566" y="2579"/>
                      <a:pt x="4566" y="2853"/>
                    </a:cubicBezTo>
                    <a:cubicBezTo>
                      <a:pt x="4566" y="3995"/>
                      <a:pt x="4566" y="5433"/>
                      <a:pt x="4862" y="6848"/>
                    </a:cubicBezTo>
                    <a:close/>
                    <a:moveTo>
                      <a:pt x="5433" y="868"/>
                    </a:moveTo>
                    <a:cubicBezTo>
                      <a:pt x="3995" y="571"/>
                      <a:pt x="2854" y="868"/>
                      <a:pt x="2283" y="1712"/>
                    </a:cubicBezTo>
                    <a:cubicBezTo>
                      <a:pt x="3424" y="2283"/>
                      <a:pt x="4566" y="1712"/>
                      <a:pt x="5433" y="868"/>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Science Subject for Middle School-6th Grade: Physics I by Slidesgo">
  <a:themeElements>
    <a:clrScheme name="Simple Light">
      <a:dk1>
        <a:srgbClr val="000000"/>
      </a:dk1>
      <a:lt1>
        <a:srgbClr val="FFFFFF"/>
      </a:lt1>
      <a:dk2>
        <a:srgbClr val="FAF8EC"/>
      </a:dk2>
      <a:lt2>
        <a:srgbClr val="FFCD53"/>
      </a:lt2>
      <a:accent1>
        <a:srgbClr val="BFDEFE"/>
      </a:accent1>
      <a:accent2>
        <a:srgbClr val="B59ECE"/>
      </a:accent2>
      <a:accent3>
        <a:srgbClr val="EEBD9E"/>
      </a:accent3>
      <a:accent4>
        <a:srgbClr val="D77955"/>
      </a:accent4>
      <a:accent5>
        <a:srgbClr val="8BCFB0"/>
      </a:accent5>
      <a:accent6>
        <a:srgbClr val="EB709A"/>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457</TotalTime>
  <Words>644</Words>
  <Application>Microsoft Office PowerPoint</Application>
  <PresentationFormat>On-screen Show (16:9)</PresentationFormat>
  <Paragraphs>67</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Anaheim</vt:lpstr>
      <vt:lpstr>Gochi Hand</vt:lpstr>
      <vt:lpstr>Wingdings</vt:lpstr>
      <vt:lpstr>Arial</vt:lpstr>
      <vt:lpstr>Science Subject for Middle School-6th Grade: Physics I by Slidesgo</vt:lpstr>
      <vt:lpstr>Fidget spinner pushed by  an electromagnetic coil</vt:lpstr>
      <vt:lpstr>How we got interested in this project. </vt:lpstr>
      <vt:lpstr>Description of the project </vt:lpstr>
      <vt:lpstr>How we got interested in this project </vt:lpstr>
      <vt:lpstr>Interpretation of project Diagram</vt:lpstr>
      <vt:lpstr>PowerPoint Presentation</vt:lpstr>
      <vt:lpstr>PowerPoint Presentation</vt:lpstr>
      <vt:lpstr>project's final outcome</vt:lpstr>
      <vt:lpstr>project's final outcome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Subject for Middle School</dc:title>
  <dc:creator>Khondokar Saim</dc:creator>
  <cp:lastModifiedBy>Khondokar Saim</cp:lastModifiedBy>
  <cp:revision>41</cp:revision>
  <dcterms:modified xsi:type="dcterms:W3CDTF">2022-08-29T12:50:49Z</dcterms:modified>
</cp:coreProperties>
</file>